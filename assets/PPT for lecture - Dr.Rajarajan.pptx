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napToObjects="1">
      <p:cViewPr varScale="1">
        <p:scale>
          <a:sx n="112" d="100"/>
          <a:sy n="112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6846 5237 7980,'0'-14'-111,"0"0"0,5 4 1,0 0-1,0 1 151,1 1 1,-3-5-1,5 3 1,0-2 226,0-3 1,-5-1 0,4-1-1,-3-3 132,1 3 0,0 1 1,-3 1-1,1 1-15,2 0 1,-1-1-1,-4 1 1,0 0 269,0-1 0,-4 6-474,-1-1 0,-5 8 0,4 4-4,-2 11 0,3 16 1,-3 15-1,0 12-160,0 10 0,0 11 1,3-36-1,-1 1 1,1 2-1,0 1-28,0 3 0,-1 0 0,2 3 0,0 0 0,0 0 0,0-1 1,0-2-1,0-2-125,0 0 0,0-2 0,-1 30 0,-3-7 0,2-8-276,3-6 1,1-17 243,2-12 0,-1-14 0,-3-12 171,0-10 1,-3-16 0,4-12 0,-2-4-74,2-4 0,1-8 1,4-2-1,3-7-1,4-6 1,-3 30-1,1-1 1,1-1 0,0 0-1,1-2 1,0 0-27,0-1 0,1 0 0,3-1 0,1-1 0,0-3 0,-1 0 73,2-2 0,2 0 0,2 8 0,1 1 0,-4 2 0,0 1 0,12-26 0,-2 15 336,-1 11 0,-4 14 0,-2 12-38,-3 9 1,-1 12 0,-1 9-1,1 7-23,-1 5 1,5 12 0,0 7 0,-1 12 83,-2 6 0,-2 7 1,1 6-1,-1 0-257,0 1 1,1-3 0,-8-33 0,0 0 0,0 0 0,1 0-151,-1 1 1,0-1 0,0-1-1,0 0 1,8 26 0,-1-7-206,0-5 1,1-7 0,-2-10-1,-2-4-738,-2-4 1,-5-8 0,0-1-1713,-2 0 2728,-2-11 0,-6 2 0,-2-12 0</inkml:trace>
  <inkml:trace contextRef="#ctx0" brushRef="#br0">6904 5914 8090,'-15'-12'0,"1"1"1826,0 0-1212,6 1 1,8 6 0,12-3 0,11-1-438,10-3 0,15-8 0,10-7 1,9-4-123,-30 14 0,1-2 1,-1-1-1,1-2 0,3 2 1,0-2-1,0-1 0,-1-2-92,0-2 0,0-1 1,0 0-1,-2 0 0,-2 0 1,-1 0-1,-2 1 0,1 0-205,28-23 0,-4-4 0,-4 4 0,-5-1-16,-4 0 1,-11-4 0,-15 1 0,-5-3 155,-4-1 1,-4-6-1,-6 3 1,-1 4 144,-4 6 1,-9 13-1,-10 9 1,-2 8 300,2 9 1,-3 0-1,3 6 1,-3 4 413,-2 4 1,2 0 0,3 8-435,5 5 1,3 0-1,1 10 1,1 4-1,1 9 39,4 7 0,-3 11 0,8 12 0,0 5-258,3 2 1,1-32-1,0 0 1,0 0 0,1 0-1,1 2 1,0 1-135,-1 2 0,2 0 0,5-2 0,2 0 1,-1 0-1,1 0 0,2-1 0,2-1-364,-1-1 0,2-3 1,21 26-1,2-16 0,3-9-500,3-8 0,5-17 0,2-7 1,2-10 84,0-10 0,6-7 0,10-19 0,-33 16 0,1-3 537,1-2 0,1-1 0,1-2 1,0-2-1,-3 0 0,-1-2 0,-1-1 1,-3-1 163,-1-1 1,-1 0 0,1-3 0,-3-1 0,-4 2 0,-1 0 0,17-28 420,-10 10 1,-9 15-1,-10 9 403,-2 5 1,-12 10 0,-2 8 0,-7 2 406,-7 2 0,1 3 1,-4 1-1,-1 0-377,1 0 0,-4 11 1,-7 7-1,-4 6-451,0 6 0,-3 7 1,5-1-1,0 4-151,0 5 1,1 3-1,7-2 1,5 4-422,7 1 1,7-4 0,11 1-1,7-5-242,9-5 0,8-6 1,7-13-1,3-9-36,-1-7 0,4-5 0,-6-4 0,-2-8 305,-2-9 0,-3-9 0,-3-1 1,-4 1 367,-4 1 1,-7 9 0,-1 3 560,-1 3 1,-3 5 0,-4 6-45,0 10 0,5 14 1,2 11-1,-1 13-304,0 13 0,6 10 0,-3 12 0,-2-35 1,1 0-305,1 4 0,1 1 0,0 3 0,0 2 0,3-1 1,0 0-1,-2-2 0,0-1-99,0-3 1,-1 0-1,0-1 1,-1-2-1,-2 1 1,-1 0-1,-1 0 1,0 0-376,-2 0 0,-1-1 0,-4 35 0,-8-14 0,-10-3 1,-11-5 0,-6-10 0,-6-3 0,0-11 360,0-11 1,-2-4-1,-3-13 1,-4-8 274,-4-8 0,3-16 0,2-11 0,3-9-89,6-10 0,7-8 1,13-12-1,13 36 0,3-2-221,1-3 1,4-1 0,5 0 0,5-1-1,1-1 1,4 1 0,3 0 0,2 0-299,4 0 1,1 1-1,3-1 1,2 2-1,2 4 1,2 1-1,-1 0 1,1 1 65,1 0 1,1 0 0,0 4-1,0 1 1,1 1 0,0 1 0,0 6-1,0 2 281,0 4 1,0 4-1,28-8 1,-5 7-1,-8 3 173,-6 2 1,-12 6 1868,-13 3-1240,-11 3 1,-2 4 0,-7 3 0,0 4-26,0 4 1,-5 8 0,-2 4 0,1 7-149,0 7 0,-1 7 1,4 2-486,-2-1 1,0-3 0,5-1 0,0 1 0,2-1 64,3 0 0,3-8 0,8-5 0,1-7-397,3-7 1,5 0 0,-1-11-1,5-5-321,4-8 1,-2-8 0,4-16-1,-1-7 150,-1-9 0,-1-8 0,-8-4 1,-5-4 415,-3-2 0,-8-1 0,-5-3 0,-7 3 279,-11 4 1,-7 12 0,-13 9 0,-7 14 402,-4 12 1,-2 11 0,6 14 0,2 12-1058,2 10 0,8 5 1,2 9-1,12 2 389,10 0 0,4 1 0,2-4 0</inkml:trace>
  <inkml:trace contextRef="#ctx0" brushRef="#br0">10097 5525 7997,'-2'-37'0,"-1"5"4467,-2 7-3507,0 10 1,5 11-1,2 8-529,3 6 1,4 8 0,9 2 0,3 3-394,1 2 0,2 7 0,5 2 0,0-1-419,-1 3 1,6-4-1,-1 6 1,-2 2-35,-6 1 1,1-4 0,-7-3 0,-1-2 89,-2 1 1,-8-2 0,-4 1-1,-4-5 279,-4-3 1,-11-7 0,-9 3 0,-3-4 239,-2-2 0,1-6 1,-1-5-1,0-6 299,0-7 1,2-4-1,3-5 1,7-5-133,5-3 1,6-9 0,8-2 0,4-3-267,8-3 1,7 3-1,10 1 1,2 3-56,5 2 0,9 3 0,1 8 1,-2 6-184,-1 7 1,-7 5 0,-1 6 0,-2 3 107,-3 7 0,-8 1 0,-5 14 1,-3 4-226,-1 3 0,-1 3 0,0-3 0,1 2-634,-1-2 1,-4-2 0,-2-1 0,-2-2-1470,-3-3 2363,-1-3 0,-2-7 0,0 1 0</inkml:trace>
  <inkml:trace contextRef="#ctx0" brushRef="#br0">10888 5252 8051,'-35'-37'784,"6"3"1,6 15 0,9 6 0,0 5 2971,-1 5-4314,7 2 1,2 2 0,8 2 0,4 4-3171,8 1 3728,7 1 0,8 6 0,0-1 0</inkml:trace>
  <inkml:trace contextRef="#ctx0" brushRef="#br0">11406 5165 7961,'-28'-28'0,"4"0"2066,5 4 1,8 10-1059,1 9 1,7 12 0,-2 5 0,4 9-424,1 6 0,5 1 0,-1 10 0,1 2-539,2 1 0,1 3 1,4 0-1,0 4-593,-3 5 0,-4-2 1,5 2-1,-1 1-302,-1 2 0,0-4 0,-5-6 0,2-6 849,-2-7 0,5 4 0,0 0 0</inkml:trace>
  <inkml:trace contextRef="#ctx0" brushRef="#br0">11679 5180 7961,'-21'-23'0,"5"4"2123,5 3 1,8 10-1335,-2 6 1,3 13 0,4 11 0,3 3-471,4 2 0,-1 1 0,2 3 0,-1 6-197,-1 2 0,5 3 0,-5-1 1,2 0-91,-1 0 0,-5 0 0,2-1 0,-1-2-502,0-2 0,-1-12 0,-4-2 219,0-7 1,0-10-1,0-7 237,0-8 0,0-11 0,0-4 0,0-1 89,0 0 0,7 0 0,1-3 1,1 3-36,1 5 0,1 3 0,7 3 0,1 2-147,-2 1 1,4 7 0,0-2 0,1 4-332,4 1 1,1 6 0,2 4 0,0 2-361,-1 3 1,3 4 0,1 2-1,0 1-645,-5 4 0,-5-4 1443,-7 2 0,-7 0 0,-2 5 0</inkml:trace>
  <inkml:trace contextRef="#ctx0" brushRef="#br0">11276 5640 8700,'0'-70'932,"0"3"0,8 9 0,5 12 0,8 6-471,6 6 1,0 10-1,13 3 1,5 2-462,6 0 0,18 0 1,6 5-1,1-1-1340,-4 1 1340,0 6 0,-6-11 0,6 3 0</inkml:trace>
  <inkml:trace contextRef="#ctx0" brushRef="#br0">12484 5209 8824,'-36'-21'3439,"2"-3"-3380,10 3 0,10 8 1,10 13-1,6 8 180,3 5 0,6 9 0,-1 6 0,2 5-51,3 4 0,-1 3 1,1 6-1,1 5-377,3 5 0,-3-6 0,3 7-53,-3-1 1,-3-6 0,-2-2 0,-3-5 0,-2-5-267,-3-4 0,-1-10 461,-2-5 0,-2-12 1,-1-12-1,-3-13 355,-2-7 1,0-11 0,-3-2 0,3-5 297,1-5 1,2-3 0,5-5 0,2 1-252,3 3 0,3 5 0,6 1 1,1 6-251,-1 6 1,7 9 0,3 4 0,3 5-118,2 8 1,6 13-1,3 8 1,4 7 20,1 8 1,0-1-1,-1 10 1,-2-1-126,-2 1 1,-1-3-1,1 2 1,-4-2 56,-4-7 0,-9 0 0,-5-7 1,-7-3-127,-2-1 1,-4-3 0,-8-3 226,-5-6 1,-4-2 0,-3-2-1,-4-2 133,-2-2 1,6-4 0,-2-8-1,3-4 58,1-4 0,7-3 0,3-3 0,5-4-130,5-4 1,5-4 0,9-1 0,7 2 35,6 2 0,4 4 0,9 10 0,3 5 281,5 11 0,3 7 1,0 9-1,-2 9-291,-1 11 1,-7 9 0,2 12 0,-5 5-1470,-5 3 0,-2 2 0,-9-1 1340,-3 1 0,3 6 0,-5 1 0</inkml:trace>
  <inkml:trace contextRef="#ctx0" brushRef="#br0">7306 7237 7952,'-4'-19'552,"-1"0"0,0 0 0,8 6-174,7 3 0,6 4 0,13 6 0,1 0-263,3 0 0,4 0 0,10 2 0,7 2-108,13 6 0,11-2 0,-32-4 0,1 0 0,3-1 0,1 0 49,2-1 0,2 0 1,6-1-1,1-1 1,5 0-1,2 0 0,6 0 1,2-1-211,-23-1 0,1 1 1,1-1-1,5-2 0,1-1 1,2-1-1,2-1 0,1-2 1,1 0-1,5-1 0,2-1 1,1 0 212,-16 2 1,2-1-1,0 0 1,0 0-1,0 0 1,-1-1-1,1 0 1,1 0-1,3 0 1,2-1-1,0 1 1,0-1-1,-1 0 1,-1-1-1,1 1 1,0-1-156,0 1 0,0-1 0,0 0 1,2 0-1,3 0 0,2 0 1,0 0-1,0-1 0,-2 1 1,-1-2-1,0 1 0,1 0 1,-1 1-1,1 0 0,-1 0 1,1 0 53,-2 0 0,1 1 0,-1 0 0,0 1 0,-1 0 0,0 0 0,-1 0 0,1 1 0,-1 0 0,-1 0 1,1 0-1,-1 1 0,0 0 0,0 1 0,-1 0 0,1 0-57,-1 0 0,1 0 0,-1 0 0,-1 1 0,13-1 0,-1 1 0,-1 0 0,0 0 1,-1 1-1,0 0 0,-5 0 0,-1 1 0,-1 0-70,-1 0 0,-1 0 1,-2 0-1,-5 2 0,-2 1 1,0-1-1,20 1 0,-3 0 1,-5 0-1,-3 2-8,-4 0 0,-3 0 1,-10 0-1,-4 0 0,31 2 1,-27 2-381,-22 6 0,-14-2 0,-19 1 0,-10 3 557,-11 0 0,-12 1 0,-4-3 0,3-4 0</inkml:trace>
  <inkml:trace contextRef="#ctx0" brushRef="#br0">7623 7813 7918,'-27'-27'271,"3"3"-323,4 4 1,6 12-282,5 8 0,9 7 1,9 6-1,5-2 171,6-2 0,-3 1 1,9 3-1,4-4 374,7-4 0,6-3 0,7-2 1,6 0 502,4 0 1,15-8 0,5-5 0,-33 3 0,2-1-301,8-2 0,1-1 1,6 1-1,2 0 0,7-3 1,2-1-1,4 1 1,1 0-418,-24 5 0,1-1 0,1 1 0,2 1 0,1 0 0,1 0 1,6-1-1,1 0 0,1 1 0,0 0 0,1 1 0,0 1 45,2 0 0,0 0 0,0 0 0,1 0 1,0 0-1,0 0 0,4-1 0,0-1 1,1 0-1,-17 3 0,0-1 0,0 0 1,1 1-144,3-1 0,0-1 0,0 1 0,0-1 0,1 1 0,-1-1 0,1 0 0,0 0 0,2-1 0,1 0 0,0 0 0,1 0 0,-1 1 0,0-1 0,0 1 0,1 0 97,1 0 1,0 0-1,0 1 1,1-1-1,3 0 1,1 1-1,0 0 1,0-1-1,-1 2 1,0 0 0,0 0-1,0 0 1,-1 0-1,1-1 1,0 1-1,-1 0-69,-2 0 0,0-1 0,0 1 0,0 0 0,-1 1 0,1 0 0,-2 0 0,1 0 1,-3 1-1,0-1 0,-1 0 0,1 1 0,-2-1 0,1 1 0,-1-1 0,1 0-194,-1 1 1,0-1-1,0 1 1,-3-1 0,11 0-1,-3-1 1,0 1 0,-2-1-1,0-1 1,-2 0 0,-6 1-1,-1 0 1,0 1 0,-4 0 0,-1 0 0,-2 0 0,19-1 0,-5 0 0,-14 1 0,-3 2 0,-8 1 0,-2 1 265,22 1 0,-19-4 0,-6 0 0,-6 0 0</inkml:trace>
  <inkml:trace contextRef="#ctx0" brushRef="#br0">11262 9410 7991,'0'-21'202,"0"-3"0,0-1 305,0 1 0,0 3 0,0 6 956,0 1-1031,0 6 1,0 3 0,0 10-188,0 5 1,0 4 0,0 7-1,0 8-9,0 7 0,1 7 0,3 4 0,0 2-238,0 3 1,-3 0 0,-1 4-1,0-1-302,0-3 0,0 0 0,0 2 1,0-1-501,0 1 1,0-9 0,0-4 0,0-5 803,0-9 0,0-5 0,0-8 0</inkml:trace>
  <inkml:trace contextRef="#ctx0" brushRef="#br0">10902 9482 8289,'-33'-37'637,"-1"3"1,7 4 0,8 5 573,3 5 1,9 8-831,7 12 1,15 0 0,15 0-215,12 0 1,14-7 0,12-2 0,4-4 0,2-2-593,-4 1 0,-8 4 0,2 2 0,0 2-818,3 3 0,-3 3 1243,-1 5 0,2 9 0,1 8 0</inkml:trace>
  <inkml:trace contextRef="#ctx0" brushRef="#br0">10888 10460 8036,'-7'-35'333,"6"-2"0,-2-4 0,7 4 61,11 8 0,7 12 0,12 7 0,7-1-817,10-2 0,2 3 1,9 2 422,-2 2 0,-3-12 0,1 2 0</inkml:trace>
  <inkml:trace contextRef="#ctx0" brushRef="#br0">11952 9885 7971,'-29'-29'263,"2"-5"0,3 2 0,5 7 285,3 9 1,3 9-1,4 12 1,4 5-272,3 3 0,2 1 0,2 2 0,3 5-180,4 8 0,4 1 0,1 7 0,1-1-161,-1 1 0,1-5 0,-1 2 0,-1-2-53,-4 1 1,4-2-1,-5 1 1,0-5-15,-3-3 0,-3 0 0,-2 3 1,0-3 105,0-5 1,-2-9 0,-3-5 103,-4-4 1,-3-4 0,1-7 0,2-9 143,-3-6 0,4-6 1,0-2-1,2-6 109,3-2 1,1-7 0,4-2 0,3 1-111,4-1 0,6 2 1,4 7-1,5 2-193,3 6 0,2 9 1,1 6-1,2 8-6,2 10 1,4 20-1,-3 15 1,0 10-256,0 7 0,-1-1 1,-5 2-1,-2 0-522,-3-2 0,-2-1 0,-6-7 0,0-2 754,-3-2 0,-8-4 0,1-6 0</inkml:trace>
  <inkml:trace contextRef="#ctx0" brushRef="#br0">12801 9611 7934,'-19'-8'0,"-1"-4"0,3-6 4623,1 0-3958,1 9 1,7 15 0,4 15-1,2 9-21,2 9 1,2 15-1,1 10 1,3 11-464,-2-32 1,0 0 0,1 1 0,0-1 0,2 2 0,0 1 0,0-2 0,1 0-167,-2-1 1,2 0-1,1 0 1,1 1 0,-1-2-1,0 0 1,-2-1 0,0 0-575,4 36 0,-8-10 0,2-5 1,-5-3-384,-5-1 1,-2-14-1,-8-7-155,1-10 1,-1-7 0,1-9 0,0-6 1096,-1-9 0,1-13 0,-1-20 0</inkml:trace>
  <inkml:trace contextRef="#ctx0" brushRef="#br0">12801 9942 7934,'-19'-52'291,"-1"0"1,4 4 294,5 7 0,5 9 0,7 11 1,6 5 64,7 8 1,7 0 0,9 2 0,5-1-666,9 1 0,-6 1 1,5 5-1,-3 0-487,-3 0 0,3 8 0,-8 5 1,-5 6 229,-6 3 1,-5 7 0,-4 6-1,-2 2 62,-5 3 1,-5-3-1,-5 0 1,-5-2 365,-2-3 0,-11-2 0,-4-1 1,-8 0-65,-7 0 1,-4-2-1,-11-2 1,-3-2-635,-2-3 1,11 0 0,3-6-1270,11 0 1810,20-6 0,17-14 0,16-10 0</inkml:trace>
  <inkml:trace contextRef="#ctx0" brushRef="#br0">13577 9770 7923,'-22'-15'176,"3"2"0,3 4 747,2 4 1,-1 3-1,2 4-233,4 3 0,2 6 0,7 11 0,0 9-304,0 4 1,2 3 0,3 5 0,4 1-351,4-1 1,8-3 0,3 0 0,3 0-95,2-5 1,0-10 0,-1-5 0,1-4-181,0-2 1,-2-6-1,-3-3 1,-3-5-327,0-5 0,-5-3 1,3-8-1,-3-5 239,-2-8 0,0-1 0,-1-10 1,-2-5 174,-1-6 1,-7-5-1,2 0 1,-2 2 355,2 1 0,-3 7 0,2-1 0,-2 9 469,-2 9 1,-2 13 0,-1 13-142,-2 6 1,1 13 0,4 13 0,0 8-220,0 4 0,6 3 0,4-1 0,2 0-476,3 0 0,6-1 1,3-2-1,4-4-256,6 0 1,3-9-1,6-8 1,-2-5-22,-2-4 0,2-4 0,-4-6 60,0 0 0,-2-11 0,-8-6 0,-1-7 0,-2-8 60,1-4 1,-4-8-1,-2-11 1,-3-5 341,-2-8 0,2-4 0,2-3 1,1-3 159,-10 38 0,0 0 1,5-40-1,-3 0 1,-3 8 2493,-1 8-1533,-2 18 1,-12 33-1,-4 32 1,-5 24-183,-3 17 0,0 5 0,4 7 0,1 2-300,-1 2 0,6-7 0,1 1 0,2-4-653,2-5 0,9-2 1,5-3-1,4-3-821,5-5 0,8-7 1,10-6-1,3-7-456,5-6 0,3-9 1,-2-10-1,2-8-4073,-2-9 5340,-1-13 0,5-10 0,1-6 0</inkml:trace>
  <inkml:trace contextRef="#ctx0" brushRef="#br0">14484 9654 7975,'-23'-6'3688,"4"-2"-3007,9-6 0,14 6 0,16 1 0,19 3-948,15-1 0,18-11 1,-30 8-1,2 0 1,4-2-1,0-1 267,4-1 0,0-2 0,2-2 0,1-1 0,2-2 0,1 1 0</inkml:trace>
  <inkml:trace contextRef="#ctx0" brushRef="#br0">22236 8762 7938,'0'-36'0,"0"0"0,0 8 0,0-1 890,0 0 1,-2 2-70,-2 3 0,0 5-553,-5 9 1,6 5-35,-2 10 0,3 5 1,2 11-1,-1 9 282,-4 12 1,2 7-1,-7 10 1,-3 4-244,-4 4 0,1 5 0,-5 3 0,2 3-253,9-38 0,1 0 0,-1 0 1,0 0-1,-4 40 0,0-10-822,-1-11 0,3-7 0,2-11-1062,5-2 1,4-19 1232,1-15 1,1-16 0,4-13-1,5-6 340,2-9 0,3-1 0,-1-13 0,0-1 288,1-2 0,-2 5 1,-4 3-1,-4 5 140,-3 5 1,-2 2 0,-2 11 99,-3 6 0,-3 6 1,-6 13-1,-1 1 68,1 4 0,0-2 1,-1 5 106,1-1 1,6-4-555,3-8 1,7 2-1,6-7 142,6-1 0,10-8 0,-2-3 0</inkml:trace>
  <inkml:trace contextRef="#ctx0" brushRef="#br0">22308 8705 7904,'-6'-35'118,"2"4"0,-5-1 0,-2 7 357,-2 6 0,-3 9 1,-2 5-1,-1 7 175,2 7 1,-1 14-1,0 15 1,-1 5-145,2 5 0,1 8 0,3 8 0,2 2-93,1 2 1,7 3 0,-2 2 0,3 2-254,2 2 0,0 0 1,2-5-1,3-3-157,4-7 0,9-8 1,4-15-1,4-7-83,4-7 0,9-6 1,1-9-1,4-5-237,4-4 0,5-2 1,-3-6-1,-2-7-10,-4-8 0,-4-12 1,-11-4-1,0-5 88,0-5 0,-2-5 0,-3-9 0,-7-7 80,-6-6 1,1-5 0,-9 37 0,-2-1 0,0 1 0,-2 0 166,-1-1 1,-4 2 0,-11-32 0,-17 9 0,-6 12 50,-6 14 0,-12 8 0,-10 18-83,-7 10 1,-5 15 0,37 2 0,1 3-1,0 3 1,3 3 0,1 3 0,4 2-434,2 2 0,4 1 0,-11 36 0,24-5 0,12-2 457,11-6 0,14 2 0,15-5 0</inkml:trace>
  <inkml:trace contextRef="#ctx0" brushRef="#br0">23171 8892 7944,'-6'-18'639,"-4"2"-41,-3 4 1,-1 8 0,1 4 0,2 10 125,1 8 0,7 10 0,-2 9 0,4 3-269,1 3 1,0-3 0,1 8 0,4-3-396,5-2 1,4-1-1,4-4 1,1-4-156,-2-4 0,4-3 0,0-4 0,0-9-175,-1-8 1,4-4 0,-3-2-1,2-2-123,2-3 1,-2-9-1,1-10 1,1-5 44,2-4 0,0-6 0,-1-7 1,-4-4 227,-1-1 1,5 3-1,-4-4 1,2-3 295,0-1 1,-8 5 0,-2 3-1,-7 7 487,-6 7 1,-1 7 0,-1 14 0,-4 3-227,-5 6 1,-2 15 0,-3 8-1,1 8-287,-1 7 1,3 4-1,0 9 1,4 1-385,2-2 1,1 3 0,7-1-1,3-1-390,4-2 1,6-4 0,5-1 0,8-5-44,4-4 1,6-7 0,-3-15 0,2-4 357,3-3 1,-3-10 0,-1-7 0,-1-10 219,-3-12 1,-3-2 0,-3-10-1,-4-1 161,-1-2 0,3-4 0,-5-4 0,-1-2 310,-2-5 0,-7-3 1,-1-2-1,-1 1 421,-4 4 1,-3 11 0,-5 13 0,-5 11 108,-2 11 0,-3 10 0,-1 18 1,-1 7-472,-2 8 1,-1 12 0,6 6 0,0 6-73,-1 7 0,7 8 0,3 1 0,4-1-605,1-2 0,0-8 1,3-3-1,5-3-648,6-2 1,10-1 0,0-4 0,5-4-761,5-4 0,-2-3 1,4-3-1,-2-6-838,-7-7 2482,-5-5 0,-1-12 0,2-2 0</inkml:trace>
  <inkml:trace contextRef="#ctx0" brushRef="#br0">24020 8993 7944,'-23'-29'610,"-1"0"0,8 0 245,3 1 0,10 7 0,3 6 0,10 7-562,7 2 1,14 4 0,12-2 0,10 2-571,7 2 1,6-2 0,6-1 0,-2-3-494,-3-2 0,2 3 0,-7-5 1,-3-1 315,-4-2 1,-7-1-1,-12 0 1,-7-1 438,-8 1 0,-8-1 0,-7 1 755,-6 0 0,-9 6 0,-1 1 0,-3 3 513,-1-1 0,-1 0 0,0 7 0,-3 4-317,-1 8 1,-5 7 0,3 9-1,0 6-248,0 7 1,-3 3 0,5 12-1,0 7-433,-2 9 1,14-34 0,0 1 0,-1 4 0,0 1 0,3 3 0,0 0-182,2 3 1,0 0 0,0 1 0,1-1 0,2 2 0,0 0 0,0-5 0,0 1-318,0-3 1,0 0 0,2-4 0,1-1-1,3 33 1,1-8-1079,-1-9 1,-1-15-1,-5-15-1819,0-7 0,0-13 941,0-8 1,0-19 2198,0-15 0,0-12 0,0-5 0</inkml:trace>
  <inkml:trace contextRef="#ctx0" brushRef="#br0">24566 9108 8985,'0'-43'0,"0"1"842,0 4 1,0 4-1,0 10-196,0 5 0,11 5 0,5 2 1,7 3-396,7-2 0,5 3 0,10 0 1,1 1-356,2 4 1,5-3 0,-7 2 0,-4 6-170,-7 6 1,-13 11-1,-7 5 1,-9 3 130,-4 2 0,-17 1 1,-9 2-1,-12 2 49,-11-2 0,-4 0 1,-6-2-1,-1 1-145,1-4 0,7-2 0,5 4 0,7 0-1354,3 0 1592,8-7 0,6-1 0,6-7 0</inkml:trace>
  <inkml:trace contextRef="#ctx0" brushRef="#br0">25228 8935 8288,'-7'-16'646,"-2"-3"1,-2 8-1,-1-2 1,3 5 90,-2 5 1,-1 8 0,1 6 0,3 5-393,2 3 1,1 6 0,5-1-1,0 5-256,0 5 1,0-4-1,0 4 1,2-4-57,2-1 1,1 0 0,8-2 0,3-2-399,0-1 0,5-6 1,0 0-1,1-6-7,3-2 0,3-7 0,0-1 0,1-9 93,0-7 0,0-12 0,-1-2 0,1-9 89,0-5 1,5-7 0,-1-2 0,-1-2 312,-2 0 1,-6 2-1,-3 0 1,-3 8 822,-5 7 0,-9 12-376,1 5 1,-5 11 0,-3 10 0,-3 11 0,-2 11-344,-4 8 1,4 4 0,-1 9 0,-1 1-456,2 2 1,2 0 0,6-6 0,1-2-241,4-2 1,3-6 0,7 2 0,1-5-179,3-5 1,3-5 0,7-10 0,1-5 154,4-8 0,-2-12 0,6-11 1,2-6 345,2-4 0,-4-3 0,-1-6 1,0-4 114,-1-1 1,-4 3 0,2-3-1,-4 0 203,-1-1 0,-7 1 0,-2 0 0,-6 10 739,-5 10 1,-4 15-1,-10 11 1,-4 5 379,-4 5 0,-1 14 1,-2 12-1,-2 4-694,-1 5 0,0 6 0,4 2 0,3-1-714,2-3 0,4-1 1,6-1-1,1 0-194,4 1 0,3-8 0,8 7 0,3-6-1497,5-4 0,3-1 1,0-4 1806,-3-3 0,4-10 0,-6-7 0</inkml:trace>
  <inkml:trace contextRef="#ctx0" brushRef="#br0">26033 9021 7948,'-8'-38'912,"3"0"1,5 7-1,7 3 1,7 7 82,9 5 0,17 1 0,7 3 0,9 0-2103,7 3 0,-3-1 0,6-4 1108,-2-1 0,5 1 0,-4 0 0</inkml:trace>
  <inkml:trace contextRef="#ctx0" brushRef="#br0">16368 8417 8032,'-15'-29'294,"1"1"0,4 0 1,2 4-1,0 5 1480,0 3-295,5 2-1106,-3 6 1,7 3-1,3 11 1,2 10 116,2 12 1,-3 10-1,3 15 1,0 11-240,0 9 1,-6-30-1,1 1 1,0 3 0,2 1-1,-2 3 1,0-1-139,-1 3 1,-1 0-1,1 1 1,-1 2-1,1 3 1,0 0 0,0 2-1,0 0-169,0 1 0,0-1 1,-3-5-1,-2 0 1,0-2-1,0-1 0,-1-4 1,0-2-201,-1-3 1,-1-2-1,-7 35 1,-1-4-1,-1-9-906,1-11 0,1-19 0,3-10 0,4-8-725,0-7 1,-1-15 1886,6-4 0,1-10 0</inkml:trace>
  <inkml:trace contextRef="#ctx0" brushRef="#br0">16281 8489 7978,'-14'-37'-102,"1"-3"0,4 8 0,4 5 368,3 6 1,4 7 229,3 4 0,-2 2 0,6 5 1,3-2 54,0 2 0,4 2 0,4 1 0,4 0-124,3 0 0,10 0 0,7 0 0,14 0-312,12 0 1,-28 0 0,1 0 0,6-1 0,1 0 0,4-1 0,2-1-84,5-1 0,3-1 0,9-2 0,2 1 0,-21 1 1,1 0-1,-1 0 0,2 1 0,0-1 0,0 0-139,0 0 0,-1 0 1,0 1-1,2-1 1,0 0-1,0 0 0,3 0 1,0 0-1,-1-1 1,1 1-1,0-1 0,-1 0 14,1 0 0,-1-1 0,0 1 0,-2-2 1,-1-1-1,0 2 0,1 0 0,1 1 0,-2-1 1,25-2-1,-2 1-29,-3-1 0,-2 2 1,0 2-1,-1 2 1,-2-1-1,-1 1 1,-4 1-1,-3 0-119,-7-1 1,-3 1 0,-2-1 0,-1 1 0,-2 2 0,1 0 0,2 0 0,0 0 177,3 0 1,-2 0-1,-6-1 1,-1 0-1,32-2 1,-12-2-40,-6 2 0,-7 2 1,-6 1 629,-6 0 1082,-18 0 153,-9 0 132,-13 0-2036,0 0 0,-2 8 240,-2 6 0,2 0 0,-4 7-163,-1 0 0,6 1 0,-4 7 1,3 1-1,2 6 153,0 7 1,0 2-1,0 9 1,0 7 5,0 9 1,2 10 0,0-36 0,1 0 0,1 0 0,1 0-57,1-2 0,1 1 0,1-2 0,0 1 0,1 0 0,0 0 0,0 0 0,1 0 8,-1-1 1,-1-1 0,8 35 0,-3 0 0,-3-6-105,-6-7 1,-4-2 0,-4-4-1,-6-4-154,-3-4 0,-6-3 0,-2-2 1,-1 2-133,-4 3 1,4-8 0,-2 1-1,-1-4 61,-3-5 0,-2-1 0,-4-3 0,-6 0 33,-6-4 1,-5 1 0,-10-4-1,-7 0 126,28-11 1,-2 0-1,-6 1 1,-1-2-1,-5-2 1,-1 0 0,-1 0-1,0 0 129,-1 1 1,-1-1-1,-5 1 1,-2 0 0,-7 0-1,-1 1 1,-3 1 0,0 1-61,1 0 0,0 1 0,-3-3 0,-1 1 0,26-3 0,-1 1 1,0 1 182,-3-1 1,0 1 0,0-1 0,-3 1 0,-1 0 0,1 0 0,0 1 0,1-1-1,-1 0 1,1-1 0,0 1 0,0-1 0,0 0 0,1 0 0,0 0-17,3 1 1,0 0-1,-1-1 1,-2-1 0,0 0-1,0 0 1,1-1 0,0 1-1,0-1 1,2-1-1,0 1 1,0-1-161,-20 2 1,2 0 0,1-2-1,2-2 1,2 0 0,1-1-1,3-1 1,0 0-369,6-1 0,1 0 0,13-1 0,2 0 1,-28-5-1,12-9-867,10-7 0,18-5 1282,11-2 0,4-5 0,11 1 0,-1-1 0</inkml:trace>
  <inkml:trace contextRef="#ctx0" brushRef="#br0">17260 9338 7869,'-7'-35'270,"1"6"1,-4 0 648,5 8 1,2 12 0,0 6 0,-3 7-529,-2 11 1,-7 7-1,-6 12 1,1 4-223,-1 4 1,-3 1-1,3 2 1,0 1-356,1 2 0,0 0 0,6-5 0,1-1 1,4-4 0,1 4 1,4-7-1,0-2-342,0-4 1,3-5-1,1 0-197,0-5 0,0-11 820,0-8 0,0-8 0,0-11 0,0-6 98,0-7 1,1-5 0,3-6 0,2-2 62,2-3 1,0-2-1,5-2 1,0 2 13,3 0 0,3 4 0,-2-3 0,2 4 224,-1 8 1,-2 11 0,-2 9-116,1 6 0,-1 12 1,-1 15-1,-2 13-316,-1 13 1,-1 2-1,6 9 1,-1 1-821,1 2 0,-1-4 0,0-3 0,1 1 73,-1 2 1,0-4-1,1-3 1,-2-6-1866,-4-4 2548,-2-2 0,-7 2 0,0 2 0</inkml:trace>
  <inkml:trace contextRef="#ctx0" brushRef="#br0">16957 9813 7876,'2'-43'629,"3"-1"0,-2 9 0,7 6 0,2 10 132,6 8 1,11-2-1,9 5 1,5-1-527,5-1 0,0 5 0,8-4 1,3-2-313,0-2 1,-1-2 0,-5 1 0,-5-2-59,-4-3 0,-4 1 0,0-6 0,2-3-285,-2-5 1,-2 0 0,0-8 0,-4-5 154,-4-6 0,-7 2 0,-6 1 1,-6 3 334,-6 2 1,-3 1-1,-5 4 1,-7 6 453,-9 6 0,-11 6 1,-6 7-1,0 3 271,-4 5 0,3 5 0,0 7 0,2 7-334,3 9 1,2 5-1,1 7 1,2 7-215,3 4 1,8 9-1,8-1 1,1 5-400,4 4 0,3 4 1,5-7-1,6-2-549,7-4 1,7-9-1,14-2 1,10-7-151,10-6 1,9-14-1,8-7 1,4-5 398,0-4 1,-39-5-1,0-3 1,29-11 0,-11-8 188,-13-7 1,-9 2 0,-8-6 0,-2-1 273,-3 2 0,-5-3 0,-8 7 0,-3 1 516,-1 2 0,-10 2 1,-12 6-1,-7 8 248,-5 7 0,-7 6 0,-1 2 0,-2 4-225,-3 5 0,5 7 0,0 4 0,3 1-348,3 4 0,-3-5 0,10 0 1,1-2-227,7 0 0,6 0 0,8-3 0,0 2-85,0 1 0,6 2 0,5-4 0,5 4 38,3 1 1,1 2 0,-6 5 0,0 0 121,1 0 0,-2 1 0,-2 4 0,-2 2-67,2 1 0,1 3 1,-1-6-1,-2-2-172,3-2 0,-1 4 1,0-1-1,-1 1-65,1 1 0,-3-5 1,1 4-1,1-4 4,-2-1 1,-2 0 0,-7-2 0,-4-1 116,-5-2 1,-4-7 0,-5 2-1,-7-3 63,-6-1 1,-6-6 0,-8-1 0,-4-1 121,-1-4 0,5-10 1,-1-7-1,9-10 86,9-8 1,8 0 0,12-8 0,7-3-333,10-3 0,16-9 0,19 1 1,10-5-126,-23 28 0,1-1 0,-1-1 1,0-1-1,4 2 0,0 0 1,-1 1-1,1 0-83,-2 1 1,1 1 0,1-1 0,1 2 0,26-12 0,-7 13 260,-9 14 1,-15 10-1,-12 5 545,-7 3 0,-6 3 0,-10 4 385,-5-2 1,-3 3-1,-1-4 1,0 4-5,-1 1 0,1 1 0,1 1 0,4 1-396,4 3 1,3 0 0,2 0 0,0 2-351,0 0 0,2 4 0,3-7 1,6-1-174,6-2 1,1-2 0,6 0-221,1 1 0,3-7 0,0-3 0,1-4 0,-2-2-318,-3-4 0,2-8 0,-7-8 1,-3-1 363,-5-4 0,-4-2 0,-7-4 1,-2 0 244,-3 4 0,-9 1 0,-10 6 0,-3 1 323,-2-1 1,0 2 0,2 6-1,1 3 1281,2 6 1,7-3-963,-2 2 0,11 1 0,9 4 0,12 0-406,9 0 0,7 1 1,3 2-1,3 2-249,2-2 0,-5 4 1,3-1-1,-1 1-313,-1-1 1,-1 5 0,-6-1 0,-4 2-115,-1 3 1,-2 1 0,-4 1-1,-3 3 339,-2-3 0,1 4 0,-4-2 1,-1-1 227,0-2 1,-1-2-1,-7 1-34,-2-1 0,-4-1 0,-7-4 1,1-4 81,0-3 1,-1-4 0,2-3 0,2-4 93,2-4 0,5-6 1,0-2-1,2 0-126,2 0 0,0-4 0,2 1 1,2-2-60,6 2 1,3-1 0,1 6 0,2 1-3,3 2 1,-3 8-1,5 3 1,-2 4 23,0 1 0,5 1 0,-3 6 0,0 5-145,0 6 0,-2 8 0,-5-3 0,1 5-417,-1 0 1,0-4 0,-1-1 0,-3-1-683,-5 1 1,-4-6-1,-1 2 1200,0-3 0,-13-1 0,-3-1 0</inkml:trace>
  <inkml:trace contextRef="#ctx0" brushRef="#br0">19014 9396 7876,'-6'-32'1067,"-4"3"0,2 5-605,-1 14 0,5 5 1,0 10-1,4 3-1614,4 0 0,0 10 1152,5-4 0,1 4 0,4-4 0</inkml:trace>
  <inkml:trace contextRef="#ctx0" brushRef="#br0">19288 9381 7834,'-23'-22'288,"6"3"1,4 4 1269,3 6 1,2-1-866,-1 10 1,2 5 0,7 12 0,0 4-585,0 2 1,2 1 0,3 4-1,3 1-241,0 0 1,4 4 0,-2 1 0,3-2-713,1-2 0,-4-1 0,-2 0 1,0 0-2150,0-1 2993,-5-5 0,10-2 0,-5-7 0</inkml:trace>
  <inkml:trace contextRef="#ctx0" brushRef="#br0">19359 9439 7834,'-4'-37'1100,"-1"3"1,-5 10 145,5 5 1,1 11 0,4 8-732,0 8 0,0 7 1,0 2-1,1 4-451,4 1 1,-2-3 0,5 5 0,0 0-82,0-1 1,0 2 0,3-4 0,-3 0-201,-1 0 1,2 3-1,-4-5 1,-2-1-357,-1-3 0,3 0 437,0-1 454,6-6 1,-10-3 0,4-10-65,-3-4 1,-1-4 0,4-2-251,5 1 1,3 0 0,1 1 0,0 3-340,1 6 1,1 0 0,1 1-1,2-2-404,-1 2 0,3 6 1,0 4-1,-1 1-37,1 3 1,-2 7-1,-6 2 1,-3 3 146,-6 2 0,-4 1 1,-6-1 628,-8-1 0,-7 0 0,-8 5 0</inkml:trace>
  <inkml:trace contextRef="#ctx0" brushRef="#br0">19316 9554 7834,'7'-43'0,"2"1"0,2 5 444,-1 8 0,3 9 0,-2 9 0,5 3-621,3 1 1,5 2 0,-3 5 0,1 0-275,4 0 0,1 0 1,2 0-1,0 0 187,-1 0 1,0 0 0,-5 0 823,-3 0-116,-4 0 1,-8 2-1,-2 1 661,0 2 1,-4 6 0,4-3-629,1 0 1,-4 5-1,7-4 1,-1 4-417,-1 2 1,5-1 0,-3 0 0,1 1-49,-2-1 1,4 1-1,-5-1 1,2 0 10,-1 1 0,-6-1 0,4 2 0,-2 2-72,-1 1 1,1 0 0,-5-5 54,0 1 1,-1-1 72,-4 1 1,2-7 0,-5-5 0,1-6-16,4-7 0,1-8 0,2-1 0,0 0 6,0-2 1,7 1-1,1-4 1,1 4-58,1 4 1,-5 2 0,4 1-77,3 4 0,0-3 0,3 8 0,-1 2 57,1 5 1,-1 0-1,0 7 1,1 1-116,-1 2 0,-1 6 0,0 0 0,-2-1-187,0-2 1,5-2 0,-8 1-245,0-1 530,5-6 0,-12-3 0,4-10 0,-3-4 160,-2-4 0,0-3 0,1-2 0,3-3 229,0-1 0,8 3 0,-3-4 1,4 3-45,1 2 0,-4 4 0,-1 2 0,3 4-309,0 2 0,3 3 1,-2 8-1,-4 6-905,-4 6 0,1 6 0,-1 6 1,-2-1 889,-1 1 0,-8 6 0,-2 2 0</inkml:trace>
  <inkml:trace contextRef="#ctx0" brushRef="#br0">15361 9654 7935,'-19'-6'0,"-2"-2"272,-1 0 0,2-3 1,-2 6-1,1 2 853,4 1 1,1 9-748,1 2 1,15 3 0,12-3-1,15-4-155,14-4 0,10-2 0,12-4 0,4-3-494,3 0 1,2-5-1,-2 4 1,-3-2-224,-4 1 0,-4-1 0,-2 4-544,1-1 1,4 0 1037,1-1 0,-1-10 0,-4 3 0</inkml:trace>
  <inkml:trace contextRef="#ctx0" brushRef="#br0">15864 9396 7845,'-22'-15'1392,"1"7"-471,7 3 1,14 4 0,11 1-1,15 0-439,10 0 0,12 0 0,3 0 0,2 0-376,0 0 0,-2 0 1,0 0-1,-6 1-18,-5 4 1,-8 0-1,0 9 1,-8 7-57,-10 5 0,-6 6 1,-13 4-134,-9 8 0,-10 10 1,-24 2-1,21-25 1,-2 0-1,-4 2 0,-3 0-340,-1 1 0,-2 1 0,-2-2 0,0-1 0,-1 0 0,-1 0 190,2-2 1,1-1 0,3 2 0,2-1 0,3-4 0,0-1 0</inkml:trace>
  <inkml:trace contextRef="#ctx0" brushRef="#br0">20409 9352 7871,'-8'-6'516,"4"-4"0,2-2 106,2-3 0,2 2 0,1 2 339,2 2 0,6 4 1,-2-3-360,4 1 1,2-2 0,1 2 0,4 1-95,9 0 0,3-1 0,11 4 0,8-2-488,8 2 0,9-3 0,10 1 1,-35 3-1,2-1-436,4 0 1,1 0-1,-3 2 1,0 0-1,1-2 1,-2 0-1,-3 0 1,-2 1-847,30-3 1,-5-5 0,-10 4 0,-5 0 1261,-8-1 0,-6-10 0,-8 1 0</inkml:trace>
  <inkml:trace contextRef="#ctx0" brushRef="#br0">21186 9007 7871,'-37'-29'309,"7"7"0,8 4 0,1 7 869,3 6 0,12 4 0,11 2-422,12 4 0,15-3 1,7 2-1,2 0-368,2 0 1,5-2 0,0 3 0,-2-2-226,-1 2 1,-6 3-1,-3 8 1,1 3-59,0 5 0,-12 5 0,-2 4 0,-10 7-50,-9 7 0,-12 5 0,-12 9 1,-17 2-347,-13-3 1,19-27-1,-2-2 1,-2 0-1,-2-1 1,-2-1-1,-3 0-442,-2-1 1,-2-2 0,0-2 0,-2-2 425,-2 2 1,-1 0-1,1-1 1,0-1 0,-1 0-1,1-1 1</inkml:trace>
  <inkml:trace contextRef="#ctx0" brushRef="#br0">17605 10417 12494,'0'21'522,"0"6"1,0 10-336,0 11 1,0 14 0,0 10-231,0 8 0,-2-38 0,-1 1 0,0 0 0,0 0 0,-1 0 0,1-1 0,-3 36-375,3-11 1,1-17 0,2-21-256,0-9 1,0-13-1,0-10-405,0-10 1078,6-11 0,2 1 0,7-5 0</inkml:trace>
  <inkml:trace contextRef="#ctx0" brushRef="#br0">17677 10475 7942,'0'-21'182,"4"0"1,1-3 413,-2 5 0,-1 8-319,-2 1 1,5 13-1,0 4 1,-2 10 227,-2 12 1,-1 6 0,0 8-1,-1 1-272,-4-1 0,3 6 0,-4 2 0,1 1-271,0-4 0,1-4 0,4-1 0,0 1-25,0-1 1,0-6 0,0-4 0,0-2-549,0-3 0,1-5 0,2-3 0,2 0-2256,-2-1 2867,-1-6 0,-2 6 0,0-3 0</inkml:trace>
  <inkml:trace contextRef="#ctx0" brushRef="#br0">17216 11338 7892,'-8'-22'-60,"-3"1"-20,6 6 1,7 7 0,11 4 0,8 2 300,7 2 1,11 0 0,1 0 0,4-2 96,4-2 1,2 0-1,-5-4 1,1 2-276,0 3 0,-4-4 0,4 3 1,-4 0-298,-4 3 0,0 1 1,7 0-1,2 0-327,0 0 0,-5 0 0,-8 0 0,-6-2 581,-4-3-28,-3 4 1,-19-6 0,-7 7 0,-6 0 22,-4 0 1,1 0-1,0 0 1,-1 0 519,1 0 0,-1 0 0,1 0 0,0 0-70,-1 0 0,6 2 0,-1 1 0,1 4-137,1 1 0,-5 1 1,3 6-1,-3-1-159,-1 0 0,0 6 0,-1 0 0,1 3-102,-1 2 0,-1 4 1,-1 3-1,-2 2-223,1-2 1,-3 3 0,2-2 0,2 1-356,1 1 0,1-6 1,1 1 530,-1-4 0,1-9 0,0 4 0</inkml:trace>
  <inkml:trace contextRef="#ctx0" brushRef="#br0">17216 11352 7861,'0'-28'870,"0"-1"0,2 8 1,4 7-207,9 7 0,6 18 0,7 10 0,1 8-242,0 5 1,4 5 0,1 0 0,-1 2-520,3 3 0,-4-1 0,4 0 0,0 2-1616,-5 3 1713,0 3 0,4 6 0,2 1 0</inkml:trace>
  <inkml:trace contextRef="#ctx0" brushRef="#br0">16886 12877 7864,'0'-49'489,"0"6"1,0 0 0,1 9-133,4 8 0,-2 10 0,7 7 0,1-2-147,2-2 1,1-3-1,-1-2 1,-2-1 236,-1 2 1,-6-4 0,4 2-16,-1 1 1,-4 4-1,-8 4 1,-4 5-18,-4 4 1,-3 1 0,-3 1 0,-5 4 7,-3 5 0,-2 9 0,-2 6 1,-1 7-83,-1 7 1,4 4 0,5 5 0,0 6-179,2 7 1,1 4 0,7 7 0,-1 0-239,1 0 1,6 2 0,3 1-1,3 2-449,2-2 0,0-8 0,0-3 1,0-2-513,0 1 1,-6-1 0,-3-6 0,-6-3-358,-4-5 1,-3-8-1,-7-4 1393,0 0 0,-6-9 0,-2-6 0</inkml:trace>
  <inkml:trace contextRef="#ctx0" brushRef="#br0">16325 13410 7937,'-5'-48'3552,"0"0"-2955,2 2 1,3 20-1,6 12 1,10 9-525,11 5 0,10-2 0,13-1 0,9-2-379,11 2 0,7-3 0,-36 2 0,1 1 1,36-3-382,-4-1 0,-6-2 0,-12 2 0,-3-1 290,-5-3 0,-5 3 0,-6-1 1,-8-1 418,-8 2 0,-13 2 469,-8 6 1,-7 0-1,-9 0 1,-1 0 623,-3 0 0,1 0 0,5 0 0,-1 0-222,1 0 0,0 6 0,1 4-677,3 2 1,4 8 0,6 0-1,0 1-135,0 0 0,0 5 0,0-2 0,2 1-794,2-1 1,4 3 0,7-4 0,-1 1-1065,0 0 1,1-7 0,-1 2 1776,1-3 0,5-1 0,3-1 0</inkml:trace>
  <inkml:trace contextRef="#ctx0" brushRef="#br0">17274 12877 7907,'-32'-32'0,"5"4"819,4 5 0,9 7 0,6 8 0,2 8-1347,2 8 0,4 7 0,7 4 1,6 5 527,4 3 0,9 2 0,-4 0 0</inkml:trace>
  <inkml:trace contextRef="#ctx0" brushRef="#br0">17576 13180 7998,'-21'0'649,"4"-2"0,-6-1 0,2-2 185,4 2 1,2 3 0,6 6 0,4 7-389,3 5 1,2 6 0,0-4-1,0 1-533,0 0 1,2 3-1,1-3 1,4-1-374,1 1 1,1-2 0,4-3-1,-2 2-70,-1 1 1,-7 0 0,3-4 89,1-1 1,-6 1 636,4-1 1,-5-6 307,-5-3 1,-1-5-1,-4-5 1,6-6-123,2-7 1,2 1 0,2-7 0,1 0-342,2 1 1,11-4 0,-2 3 0,4-3-25,2-2 0,1 7 0,3 3 0,-3 3-45,0 1 0,-4 7 1,7 3-1,0 5-17,-1 5 1,2 10 0,-6 10 0,-1 7-772,-2 6 0,3-1 1,0 2-1,0-1-779,2-1 1,2-4 1593,5-9 0,1 3 0,0-4 0</inkml:trace>
  <inkml:trace contextRef="#ctx0" brushRef="#br0">18223 13295 7998,'-1'-23'0,"-3"4"1242,0 3 0,-1 7 0,3 1-231,-3 1 1,4 4 0,-4 8-679,3 4 0,2 9 1,0 1-1,0 0-826,0 2 0,2-3 1,1 4-1,4-1-886,1-4 1,-5-1 1378,2-1 0,3 6 0,0 1 0</inkml:trace>
  <inkml:trace contextRef="#ctx0" brushRef="#br0">18252 12906 8583,'-14'-43'789,"6"13"1,3 6-705,3 6 0,9 10 0,2 3 0,6 4-637,4 1 0,3 0 1,8 0-1,4 0 64,4 0 1,4 0-1,3-2 1,3-3 487,4-4 0,-1-4 0,-1-3 0,-5-2-80,-8-1 0,-12-5 0,-6 5 0,-4 0 238,-6-2 1,-2 5 0,-9-2 0,-3 6 1106,-4 2 1,-4 2-1,-2-1-165,1 4 1,0 3 0,-1 2-1,1 2-319,0 3 0,-1 9 0,1 12 0,-1 4-339,1 3 0,0 7 1,1-1-1,3 4-286,5 5 1,4-2 0,1 5-1,1 1-65,4-1 0,10 0 1,9 2-1,3-5-447,2-4 1,-1-2-1,1-4 1,1-6-422,4-6 1,-4-12 0,4-9 0,-4-3-93,-1-2 1,0-2 0,0-4 0,-2-7 303,-3-5 0,1-9 1,-5 0-1,-3-5 454,-1 0 0,-3 2 0,-4 2 0,-4 4 531,-3 5 0,-4 5 1,-3 4-1,-4 5 880,-4 4 1,-1 2-1,-1 6-685,1 7 0,6 5 0,3 7 0,4-2-675,1 2 1,0-4-1,1 0 1,4-1-479,5-3 0,9-1 1,5-1-1,4-1-652,6-7 1,-2-5 0,6-3 1189,2 0 0,2-13 0,1-3 0</inkml:trace>
  <inkml:trace contextRef="#ctx0" brushRef="#br0">18856 12978 7998,'-14'-35'675,"1"11"1,3 0 79,5 6 1,12 4 0,9 1 0,11 2-1033,10 1 0,12 3 0,9-5 1,9 4 276,8 2 0,5-5 0,-37 7 0,0 0 0</inkml:trace>
  <inkml:trace contextRef="#ctx0" brushRef="#br0">20165 13252 7858,'-21'-40'0,"5"8"671,5 12 0,8 25 0,-2 19 0,3 11-537,2 7 0,0 1 0,0 2 1,0 3-1637,0 5 0,0 3 1502,0 1 0,0 1 0,0-1 0</inkml:trace>
  <inkml:trace contextRef="#ctx0" brushRef="#br0">20870 12834 7858,'-13'-36'633,"3"-3"0,-9 9 455,3 3 0,7 9 0,1 5-557,1 12 0,2 4 0,7 10 1,1 4-176,2 4 1,5 8 0,-4 6 0,4 2-313,6 3 1,-2 1 0,5 1-1,-1-2-261,1-2 0,3-4 1,7 2-1,0-2-191,-1-7 1,3 0 0,2-9 0,6-4-244,2-2 0,-2-11 0,-3-2 1,0-12 335,-4-10 0,-4-5 1,-4-6-1,-5-3 256,-3 1 1,-8-6 0,-3 4 0,-3-2 401,-2 1 0,0 6 0,0 9 418,0 5 1,-5 11 0,0 9-474,2 12 0,1 9 0,2 12 1,0 4-299,0 4 0,7-4 1,2-1-1,6-2-276,4-3 1,3-6-1,9-4 1,2-3 74,6-6 1,-3-5 0,3-8-1,1-2 157,1-2 1,-6-11-1,-4-9 1,-7-5 298,-3-4 0,-7-5 0,-6-9 1,-2-2 107,-2-3 0,-11 6 1,-7-2-1,-9 3-320,-4 2 0,-3 13 0,-2 6 1,-2 8-644,2 6 0,8 7 0,7 13 1,6 9-2544,6 6 3153,10 11 0,9 0 0,8 8 0</inkml:trace>
  <inkml:trace contextRef="#ctx0" brushRef="#br0">22092 13122 9110,'-22'-14'0,"3"-1"1171,3 1 0,1 6 327,1 3 1,6 5-1236,3 5 0,4-2 0,2 5 0,4-2-151,5-2 1,2-3-1,4-1 1,3 0-214,5 0 0,-1 0 0,-1-1 0,1-4-214,-1-5 1,-3-4 0,5-4 0,0-4-6,-2-5 0,-1 1 0,-6-9 1,-3 0 121,-2-4 1,-4 0 0,-6 0 0,-3 6 508,-6 2 1,-6 9-1,-10 4 1,1 7 104,-2 6 0,-1 10 1,0 6-1,1 8-81,2 10 1,8 2-1,2 7 1,7 2-196,6 1 0,1 4 0,1 0 0,4 0-340,5-4 1,9-9 0,7-1 0,6-7-115,6-4 0,3-5 0,3-7 0,0-3-35,4-7 1,-3-1 0,3-10 0,-5-5 59,-5-2 0,-2-6 1,-9-8-1,-3-4 140,-5-3 1,-3-4 0,-2-2 0,1-2 53,-1-2 0,0 1 1,-1-4-1,-3-2 181,-5 1 0,-4 8 0,-1 0 0,0 7 632,0 7 1,-6 9 0,-4 4 0,-3 6-51,-1 4 1,0 4-1,1 8 1,2 4-349,1 8 0,5 7 0,-3 8 1,0 1-165,0 4 0,5-2 1,-2 6-1,4 1-273,1-3 0,5 4 1,1-4-1,2-1-198,3 0 1,4-1 0,4-6 0,6 1-191,7 0 0,0-7 0,7-3 0,1-4-101,1-6 1,2-2 0,0-7 0,-1-3 172,-4-7 1,-3-6-1,-7-13 1,-4 0 193,-5 1 0,-5-6 1,-3-1-1,-3-2 131,-1-3 1,-3-1 0,-4-3 0,0 1 311,0 0 0,-4 0 0,-3 0 1,-1 1 545,-3 4 0,-2 9 0,1 10 0,0 5-77,3 4 1,-1 5 0,-3 10-1,2 6 1,2 7 0,1 10 0,-2 11 0,4 2-33,-1 3 1,6-1-1,-3 0 1,6 0-478,3 0 0,6 0 0,-1 1 0,4-1-957,5 0 0,4-6 0,5-4 0,3-2-4165,2-3 4958,4-5 0,6-9 0,0-7 0</inkml:trace>
  <inkml:trace contextRef="#ctx0" brushRef="#br0">23646 12777 7858,'-15'-19'689,"1"-1"0,1 1 352,3 5 1,7 6-1,14 3-1105,13 3 0,10 2 1,9 0-1,0 0-1576,0 0 1640,1-6 0,5 4 0,2-4 0</inkml:trace>
  <inkml:trace contextRef="#ctx0" brushRef="#br0">24307 12906 7858,'-22'-19'0,"3"-2"807,3-1 1,-2 4 613,4-1 1,4 3 0,17 2-1059,7-1 0,2 1 1,8 0-1,1-1-271,3 1 1,0-2 0,1-3 0,-2-4-19,-3 1 0,3-5 0,-3 1 0,2-6-496,-2-6 1,2 1 0,-7-1 0,-2-1-181,-1 2 0,-8 4 1,-3 9 652,-3 5 1,-9 9 0,-2 5 160,-4 4 0,-6 12 0,-2 5 0,-1 6 0,-2 7 233,1 3 1,-2 6-1,5-4 1,4-2-246,5-2 1,0-2-1,6-1 1,4-2-460,4 1 1,7-1 0,9-7 0,5 0-636,3-6 0,8 3 0,3-7 0,4 0 405,1-3 0,-6 1 1,-4 0-1,-2 2 501,-3 4 0,-10-4 1,-5 1-1,-7 2 96,-7 2 0,-12 6 1,-11 0-1,-3-1 318,-2-2 1,-5 3-1,1 0 1,1-3 8,2-4 0,7-1 0,4-6-302,3-2 0,8-3 0,5-7-341,6-7 0,11-2 0,10-8 0,4-2-25,0-1 1,3-1-1,1-1 1,1 2-84,-1 3 1,3-4 0,-1 6 0,-2 0-106,-2 2 0,-1 0 0,0-1 0,-2 0 270,-3 0 1,1-3-1,-5 4 1,-3-3 339,-1-2 1,-3-3 0,-3 0-1,-6 0 315,-2 4 0,-4 4 0,-2 5 0,-6 1-72,-3 0 0,-1 6 1,-1 3-398,1 3 1,1 4 0,2 3-739,1 4 0,7 4 1,-2 1-42,4 1 0,1-6 659,0 1 134,0-7 432,0 3 0,0-7 150,0-4 1,0 2-88,0-7 1,0 5 151,0-4 1,0 4 808,0-4-718,0 5-665,0-8 0,0 8-1062,0-5 252,0 6 966,0-4 0,0 9 0,0 3-19,0 4 1,0 6-1,0 2 1,0 4-45,0 1 0,0 2 0,1 7 0,3 1-155,0 1 0,3 2 0,-4-3 0,3 2-208,2-2 1,2 3-1,4-1 1,2-2-278,4-2 1,-3-8 0,7-2 0,2-4 23,1-2 1,2-6 0,-1-3 0,1-4 39,0-1 1,-2-5 0,-3-1 0,-5-3 181,-3-7 1,-6 1 0,-2-4 0,-2 3-175,-3 2 0,-1-1 0,-2 1-113,0-1 1,-6 7 0,-4 4 0,-3 2-381,-1 2 0,4 0 846,1 0 0,-1 0 0,-4 0 0</inkml:trace>
  <inkml:trace contextRef="#ctx0" brushRef="#br0">24523 12734 7858,'-10'-20'57,"1"1"1,4 0 0,-3 5 0,0-1 309,0 1 0,5-1 1,-2 1-92,3 0 0,2-2 0,0-2 0,0-1 267,0 1 0,2 1 1,1-1-140,2-1 1,0 0 0,-7 6 0,-4 3 6,-9 6 0,-7 5 1,-13 9-1,-8 11-52,-8 9 0,-5 8 1,0 9-1,3 2-322,5 2 0,7-3 1,7 5-1,12 0-153,9-2 1,8-3 0,13-8 0,11-3-153,13-2 0,14-5 1,7-9-1,5-8-43,4-5 0,-3-5 0,4-8 0,-6-6 90,-4-7 0,-8-10 0,-9-11 1,-2-2 173,-7-2 0,2-5 0,-7-2 0,2-1-64,0-3 1,-5-4 0,4-4 0,-3-7 22,-2-6 0,-7 1 0,-3-2 0,-1 4 94,-4 4 1,-10 6 0,-5 11 0,-8 9 462,-2 12 0,3 14 0,-3 11 0,1 4 17,3 1 1,2 6 0,2 5 0,1 7-202,3 6 1,-2 5 0,4 3 0,-2 3-14,0 1 0,7 9 0,-3 10 1,1 4 43,0 3 1,1 5-1,4-3 1,1 2-157,4 2 1,9 3-1,10-1 1,5-3-445,5-4 1,2-6-1,7-2 1,1-6-1068,-1-4 1,-5-7-1,-3-14 1,-3-6-3814,-5-7 5164,-7-5 0,0-6 0,-5 0 0</inkml:trace>
  <inkml:trace contextRef="#ctx0" brushRef="#br0">25141 12834 7858,'-12'-14'179,"0"0"1,4-1 857,2 1 0,1 4 1,4 2 202,-4 2 0,5-1-735,0 3 1,2 0 0,7-4-112,2 2 1,-3-5-1,2 1 1,1-3-319,2-1 1,-4 0 0,1-1 0,1-1-380,2-3 0,1-3 0,2-7 1,2-1-84,1-4 0,0-4 0,-4-9 0,-3-2-91,-2-2 1,-4 4-1,-9 1 1,-6 7 675,-11 11 0,-5 7 0,-4 11 1,0 7 447,1 6 1,-1 12-1,2 12 1,1 8-141,2 8 0,3 8 1,1-1-1,7-1-266,5 1 0,3 3 1,7-5-1,2-2-228,6-1 0,9-10 1,7-5-1,6-6-227,6-3 1,5-3-1,5-9 1,5-4-399,3-3 0,8-4 0,3-3 0,2-6-184,-2-6 0,-10-7 0,-9-10 0,-3-4 291,-2-4 0,-5-7 1,-1-7 339,-2-10 0,5-3 0,-20 28 1,0-1-1,2-1 0,1 0 1,1-1-1,0 0 99,0 2 0,-2-1 0,-2 1 0,-3-1 1,12-32-1,-10 5 553,-8 6 1,-6 19 0,-11 13 0,-9 15 644,-7 10 0,-7 7 1,-5 7-1,-2 7-201,-1 8 1,-5 17-1,6 6 1,-3 4-396,1 5 1,12 2-1,2 2 1,7 0-199,2-1 1,7 9 0,5 4-1,8 7-231,9 3 0,-4-40 0,1 1 0,3 2 0,1 1 0,-1-1 0,1 1-63,-1 2 0,1 0 0,-2-5 0,-1 1 0,-1 1 0,-3 0 0,-2-1 0,-2-1-543,-1 39 1,-11 0 0,-6-6 0,-9-4-992,-4-9 0,-6-5 0,-1-13 0,2-8 475,2-8 1,1-8-1,0-9 1,-1-8-61,-4-10 1,-3-4-1,-4-13 607,3-6 0,-1-5 0,10-12 0,9-5 0,7-6 378,8-8 1,7-2-1,6-11 1,8 3 371,4 7 0,6 3 1,8 9-1,4 5 544,3 12 0,-2 14 0,-1 7 0,2 4-395,2 2 0,2 6 0,4 3 1,5 2-275,3-2 1,8 2 0,2-6 0,-1-1-142,-3 2 1,-6-5 0,-6 4 0,-9-6 115,-4-4 0,-10 3 1,-8-3-1,-4 1 303,-6-1 0,-2 3 0,-7-5 0,-2 2 134,-3 0 1,2 0-1,-6 4 1,-1 1 329,2 0 1,-5 6-635,4 3 1,1 3-1,0 5 1,1 7-201,4 9 1,0 8 0,0 5-1,-2 5-649,2 5 1,1-7-1,2 8 1,0-1-746,0-1 0,2-3 1,1 1-1,2-1-97,-2-1 0,3-3 1426,-1-10 0,6-4 0,-3-5 0</inkml:trace>
  <inkml:trace contextRef="#ctx0" brushRef="#br0">26508 12288 7994,'-13'-42'1479,"3"4"1,-2 10-1466,2 14 1,4 14-1,3 14 1,4 9-15,4 4 0,12 8 0,-1 2 0</inkml:trace>
  <inkml:trace contextRef="#ctx0" brushRef="#br0">26781 12403 7926,'-22'-29'753,"3"0"0,4 2 1099,6 3 1,-3 11-1485,8 13 0,0 13 1,9 11-1,3 3-306,0 2 1,5 0-1,-3-1 1,2 1-172,3 0 0,-6 0 1,1-2-1,1-1-38,2-3 0,0 0 1,-4 1-1,-2-3-6,-1-1 0,-4-2 1,2 4-1,-4-1 116,-4-3 0,-4-7 0,-5-1 0,0-1 97,-1-1 0,7-1 1,-7-9-1,3-3 39,3-4 0,-3-6 1,6-4-1,3-5-35,5-3 1,7-4-1,9-2 1,4-4 65,-1 0 0,3 4 0,-4 7 0,0 4 8,0 1 0,-2 8 0,-5 8 0,1 4-6,-1 1 1,-4 6 0,-2 4-1,0 4 68,0 5 0,-4-1 1,4 4-1,0-1-212,0-3 0,2-2 0,4-2 0,1 0-243,-1 1 0,2-7 1,3-3-1,5-4-208,3-1 1,4 0-1,1-1 1,3-4 132,2-5 1,-5-7 0,1-4-1,-2 0 268,-3 0 1,-5-4-1,-6 1 1,-5-2 294,-8 2 0,-2-1 0,-5 7 0,-5 4 246,-7 2 1,-9 9 0,-1-2 0,-6 5-101,-2 5 0,-1 8 1,7 8-1,3 0-303,5-1 0,5 1 1,4-3-1,5 3-147,4 1 0,4-4 0,8 2 1,13-2-249,11-4 1,19 4-1,7-10 1,5 0-104,1-3 0,0-5 1,3-5-1,-1-5 82,-2-3 1,-8-3 0,-3-1-1,-11-4 244,-10-1 0,-5-2 1,-2-5-1,-4-1 220,-5-4 0,-10 4 0,-4-2 0,-6 4 527,-9 5 1,-1 11-1,-13 3 1,-3 6-146,-5 3 0,1 6 1,-2 4-1,4 4-550,5 5 0,0-1 0,8 4 0,3 0-124,0 1 0,7-6 1,0 4-1,1-2-46,0 1 0,0 0 0,7-4 0,3 0-97,4-3 1,9-3 0,3-1 0,1-4 157,4-3 0,-4-2 0,0-2 0,1-3 156,-1-4 1,-4-10 0,1-5 0,-2-5 34,3-5 1,-9-3 0,3-6-1,-1-2 59,0-2 1,0-5 0,-2-7 0,-3-2 67,-2-1 0,5-2 1,-3 5-1,2 1 959,-1 7 1,-5 13 0,-1 11-113,-6 11 0,-5 17 1,-7 20-1,1 16-663,0 12 1,-2 15 0,0 8 0,7-31 0,2 0-727,0 3 0,1 1 0,1 3 0,0 0 0,0 5 0,-1 0 0,1 3 0,0 1-2043,0 4 1,-1 1 2419,3 3 0,0 2 0,-3 3 0,1 2 0,2 2 0,1 1 0,-1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9176 5611 7981,'15'-6'177,"-1"-4"1,0-2 682,1-3 1,-1 1-1,-1-1-168,-4 1 1,-39 4 0,-3 2-77,17 2 1,20 1-1,16 7 1,-4 4-132,-5 9 0,-5 7 0,-6 12 1,0 6-1,0 6-163,0 7 1,0 9 0,-1 7 0,-3 6-282,2-35 1,0 1-1,-4 5 1,0 0-1,2 1 1,0 2-1,0 0 1,-1 1-113,0 0 0,0 0 0,3-3 0,1-1 0,-2-2 0,0 0 0,0-3 0,1 0-579,-3 37 1,0-1-1,5-9 1,0-5-792,0-11 1,0-13-1,0-9-144,0-4 0,0-17 1585,0-4 0,0-22 0,0-14 0</inkml:trace>
  <inkml:trace contextRef="#ctx0" brushRef="#br0">9219 5971 7981,'-9'-43'0,"1"1"617,1 4 0,1 3 0,3 8 0,-2 1 436,2 2 0,3 7-700,5-3 0,-2 4 1,6 4-1,3 0 1,0 4-1,4 2-49,4 3 0,-3 1 1,7 2-1,2 0-380,1 0 1,-2 7 0,3 2 0,2 4-178,0 1 1,1 7 0,-1 3 0,2 3-461,2 2 1,-3 0 0,-7 1 0,-6 2 315,-7 2 1,-4 6 0,-9-4 0,-4 3 531,-9-1 0,-12 1 1,-13 4-1,-6 0-2,-7 0 1,3-6-1,3-5 1,2-5-159,2-3 0,6-8 1,5-2-694,6-7 0,14-7 718,12-5 0,19-9 0,11-9 0</inkml:trace>
  <inkml:trace contextRef="#ctx0" brushRef="#br0">9737 5985 7981,'8'-14'3592,"-3"6"-2814,-10 3 0,5 4 1,0 1-1,8 1-388,5 4 1,8 3 0,3 6 0,3 1-280,2-1 0,1 2 0,2 3 0,1 4-212,-1-1 1,-1 7 0,-4-2-1,-3 5-238,-5 0 0,-3 3 1,-2 0-1,-1 1-172,-3-1 1,-4 3 0,-6-6 0,-1-3-61,-4-4 1,2-7-1,-7 0 422,-1-7 0,-2-5 0,-1-7 0,1-6 244,3-7 1,-1-9 0,6-8 0,2-6 212,2-5 0,2 1 0,4-12 0,5 0-1,2 2 1,8-2 0,0 8 0,1 5 14,0 4 0,3 10 0,-5 12 0,0 9-150,2 8 1,-3 7 0,4 10 0,-1 8-66,-4 4 1,-1 8 0,-1-4-1,-1 3-160,0-1 0,1-6 0,1 2 0,1-4-89,2-1 1,5-5 0,-3-2 0,0-3-177,0-6 0,3 0 0,-3-8 1,-1-2-73,1-1 1,0-4 0,-4-3 0,3-4 59,-3-4 0,-1-6 0,-1-2 0,-1-2 236,0-2 1,-6-1 0,-3-1 0,-3 0 324,-2-3 1,-8-1 0,-7 6-1,-7 1 309,-5-2 0,-8 4 0,-4-1 0,-2 4 101,-2 6 1,-5-1 0,1 6-1,4-2 345,3 1 1,16 4-1052,5-5 1,24 6 0,20-6-1,15 0-420,12 2 0,2-6 1,0 1-1,1-4-257,4-1 1,-2-3 0,6 0 0,-6-1 226,-4-4 0,1-1 0,-6-1 0,-5 0 520,-8 4 1,-9-1 267,-16 6 0,-4-1 0,-6 6 1,-2 0-1,-2 1 902,-6 3 1,-3 2 0,-1 5-120,-1-2 0,1 0 0,0 7-566,-1 3 1,6 3 0,-1 8-1,0 3-313,2 5 1,0 3 0,5 4 0,-2 2-158,2 5 0,2 2 0,1 0 0,1 0-246,4 5 0,-2 0 0,5 8 0,0 1-322,0 2 0,0-3 0,3-2 0,-3-3 14,-1-7 0,-2-4 0,-5-10 0,0-3 431,0-4 1,-2-11-1,-3-4 1,-3-5 278,0-5 0,-5-3 1,4-6-1,-4-2 59,-1-3 1,6 3 0,3-5 0,3 2 50,2-1 1,7-5-1,4 2 1,5 0-443,3-1 1,11 0 0,-1-4-1,2 4-437,-1 5 0,0 3 0,2 3 1,2 4 158,-2 4 0,-3 5 0,-4 6 1,-3 9 168,-1 7 1,-3 5 0,-9 4 0,-4 2 168,-3 6 1,-4-3 0,-4 3 0,-7-1 164,-5-1 0,-7 1 0,1-7 1,-3-4 119,-2 0 0,-5-6 0,1-4 0,2-5 66,6-8 1,-1-2-1,9-4 1,2-4 32,4-8 1,10-7-1,2-10 1,12-2-170,9-5 0,12-10 0,4-5 0,4-5-173,1-4 1,2 1 0,3-4 0,-22 32 0,0 0-31,2 0 1,0 1 0,30-24-1,-2 1 1,-3 7 111,-6 7 0,-8 6 1,-7-2-1,-7 3 166,-5 7 0,-11-2 0,-4 7 0,-3-2 288,-2 0 0,-2 6 1,-3-2-1,-4 0-86,-4 1 1,-6 0 0,-1 6 0,1 2-123,-2 1 1,5 7 0,-3-2 0,3 4-9,2 1 0,0 6 0,-1 7 0,1 9 22,-1 12 1,6 9-1,-1 8 1,1 7-156,1 1 1,1 7 0,7 1 0,0 3-246,0 2 0,3 0 0,7-2 0,9-3-226,7-4 1,7-9 0,3-4-1,0-7-251,4-11 1,0-10-1,0-12 1,-2-5-85,2-4 1,-4-9 0,-3-6 0,-4-9 250,-5-4 0,3-8 1,-3-3-1,2-6 134,-2-3 1,-4-3 0,-7-4 0,-2 2 258,-1 3 0,-7 3 1,0 9-1,-6 8 697,-6 8 1,-11 12 0,-4 4-1,-1 5 349,1 5 1,-3 4 0,4 12-725,1 8 0,1 6 0,7 8 0,-1 0 0,3-1-637,2-4 1,4 4 0,6-5 0,1-1-1132,4-2 1,9-5 0,14-5-1,8-7 8,12-6 1,13-4-1,6-10 1,3-7 1466,2-9 0,0-13 0,0-5 0</inkml:trace>
  <inkml:trace contextRef="#ctx0" brushRef="#br0">12542 5942 7981,'-8'-6'531,"-5"-2"1,3-6 0,-2 1 413,-3 3 0,6 4 0,-1 6 2399,-1 0-2945,5 0 0,-1 6 0,7 4 0,0 3-199,0 1 0,0 0 0,2 2 0,3 4-254,4 3 0,4 5 0,1 0 1,1 1-83,-1 0 0,-1 0 0,-2 0 0,-1-1-129,1 1 1,0 0 0,0 0 0,-3-2-22,-1-3 0,-1 1 0,-3-5 1,2-3 235,-2-1 0,-3-8 0,-5-3 277,-4-3 1,-4-9-1,0-2 1,2-6 161,1-4 1,7 1-1,-2-6 1,2 0 50,-2 2 0,4-4 0,-4 6 1,3-3-243,2-2 1,5 4 0,2 2 0,1 1-227,3-1 0,2 3 0,1-2 0,2 6-36,3 2 1,-1 7-1,6-2 1,1 3-222,2 2 1,4 4 0,1 4 0,1 6-115,-1 2 0,-3 2 0,-3-1 75,-2 2 0,-7 2 0,2-3 0,-4 1 1,-4-2 96,-1-1 1,-7-1 0,2-1 0,-5-1 173,-5-3 0,-5 1 0,-7-6 0,-4-2 311,-2-2 1,1-1 0,-4-1-1,4-2 356,1-2 1,7-6 0,4 1 0,1-3-9,1-1 0,3-5 0,10-2 1,4-3-301,4-6 0,9 1 0,7-5 0,6 4-110,2 1 1,5 7-1,-4 4 1,4 7-220,1 6 1,-2 7-1,-2 7 1,-6 14-771,-2 12 1,-3 10-1,1 14 1,-2 2-1345,-3 1 0,-8 0 0,-8-4 2137,-1-1 0,-3-6 0,-4-1 0</inkml:trace>
  <inkml:trace contextRef="#ctx0" brushRef="#br0">14642 6302 7981,'-21'-6'257,"7"2"0,-2-4 1585,4 2-1228,9 1 0,-2 5 0,10 0-56,5 0 0,9 0 0,5 0-193,3 0 0,10-1 0,4-3 0,7-2 0,5-2 2,6-3 1,5-2 0,13-1 0,-35 6 0,2 0-323,6-2 0,1 1 0,4 1 1,0 0-1,2-3 0,0 1 1,-3 0-1,0 1-166,-3-1 1,-1 0 0,-1 1 0,-1-1 0,-4 3 0,-1 0 0,35-6-262,-8 3 1,-6-1-1,-6 5 1,-4-1-292,-6 1 0,-13-4 0,-16 6-954,-3 0 0,-3 1 309,-3-2 1,-10 4 1317,-10-4 0,-3-3 0,-1 0 0</inkml:trace>
  <inkml:trace contextRef="#ctx0" brushRef="#br0">15893 5770 7981,'-24'-15'270,"2"1"1,1 0 430,3-1 1,2 7 1047,2 3-963,6 4 0,2 2 0,6 4-289,0 5 1,6 3 0,4 1 0,2 0-84,3 1 0,4 4 0,2 0 0,1-1-188,4-2 0,2-2 0,6 0 0,3-1-206,0-3 1,2 3 0,-3-5 0,0 0-131,4-4 1,0 3 0,0-1 0,-3 1-191,-2-1 0,-6 0 0,-7-2 1,-1 2 79,-3 2 1,-9 1 0,-4 6 240,-3-1 0,-2 1 0,-2-1 0,-3 0 241,-4 1 1,-9-1 0,-3 2 0,1 2-25,-1 1 0,-5 5 0,2-3 0,-5 1 25,-4 4 0,-4 6 0,-6 3 0,-2 2-196,-3 3 0,2 1 1,-7 6-1,-1 2-952,-2 4 0,6 11 0,7-5 885,8 5 0,5 3 0,1 5 0</inkml:trace>
  <inkml:trace contextRef="#ctx0" brushRef="#br0">18770 4964 7981,'-7'-29'0,"-1"0"0,0 2 2837,4 3-1430,-4 10 0,4 9-974,-5 10 0,-1 4 0,-6 12 0,-3 10-99,-5 10 1,-5 9 0,-4 9-1,-7 3-253,17-29 0,-1 1 0,1 4 0,0 1 1,-2 2-1,-1 0 0,1 0 0,0 1-158,2-1 0,0-1 0,1 1 0,-1 0 0,2-4 0,1-1 1,-20 33-394,1-3 1,7-17 0,1-12-1,5-11-1280,7-12 922,3 0 1,3-18 0,3-1 0,6-10 827,2-9 0,2-6 0,0-13 0</inkml:trace>
  <inkml:trace contextRef="#ctx0" brushRef="#br0">17907 5137 7981,'-29'-15'603,"2"1"0,3-1 0,5 3 455,3 2 1,8 5-581,3 10 1,16 0 0,8 8 0,8 4 367,7 4 0,8 3 0,5 5 0,0 1-234,-2 4 0,-2-2 0,0 6 0,2 4-350,3 4 0,-2 5 1,5 7-1,0-2-435,0-4 0,4 0 1,4-8-1,-2-1-948,-6-6 1,-6-5 0,-8-3 1120,-8 0 0,0 0 0,-7-1 0</inkml:trace>
  <inkml:trace contextRef="#ctx0" brushRef="#br0">20668 5597 7981,'0'-19'314,"0"0"1,0-1-100,0 0 1,0 4-1,0-3 282,0 3 0,0 1 0,0 1 0,0-1 395,0 1 0,0 0 0,0-1-91,0 1 1,-1 4 0,-4 2-408,-5 2 1,-2 3-1,-4 9 1,-4 8-194,-4 9 0,-3 7 0,-2 7 0,1 8-89,-1 4 1,-5 6 0,2 5-1,5 3-140,6-3 0,7 0 1,4-4-1,9-2-55,9-1 0,9-13 0,19-2 0,7-8-66,8-6 0,5-4 0,1-11 0,1-4-281,-1-3 0,7-10 1,3-7-1,5-9 252,-33 9 1,-1-2 0,-1 0 0,0-3 0,1-1-1,-1-2 1,-2 0 0,-2-1-40,30-24 1,-9-6 0,-4 1 114,-6-3 1,-4-8 0,-11-3-1,-2-5 1,-1-4 140,-14 35 1,0 0-1,4-36 1,-2 5 0,-7 10 287,-6 8 0,-7 9 0,-5 10 0,-5 4 254,-4 9 1,-5 4-1,3 4 1,-2 1-137,0 4 0,11 2 1,-2 7-1,3 2-239,-1 3 0,3 4 0,1 12 0,-1 8-26,2 7 1,0 8 0,5 4-1,-2 4-146,2 4 1,1 3 0,4 2-1,1 2-303,2-3 1,6 6 0,0-1-1,7-1-72,6-6 1,9-4 0,6-11 0,4-6-108,5-5 1,3-11 0,7-7 0,1-7-226,3-6 0,-8-2 1,2-6-1,-5-7 227,-4-8 1,-7-6 0,-4 0 0,1-3 296,0-2 1,0 1-1,3-5 1,-5 0 393,-5 0 1,1 5 0,-14-1 0,-4 4 136,-7 5 1,-6 3-1,-5 7 1,-6 1 423,-6 4 1,-6 2-1,-7 7 1,-4 0-320,-4 0 0,1 13 1,-1 6-1,0 7-340,1 2 0,2 1 1,6 2-1,0 1-256,0 1 0,9 1 0,5-5 0,9-1-207,4 1 0,2-5 1,2-2-1,3-1-156,4-3 0,6-4 0,2-4 1,4-5 33,1-4 0,1-2 0,2-4 1,-1-6 298,2-7 0,1-1 0,2-8 0,0-4 333,-1 1 1,-5 0 0,-6 2 0,-4 3 715,-3 1 0,-6 8 0,4 0-226,-1 5 1,-9 9 0,-7 2-468,-4 8 1,-2 6 0,1 4-1,1 3-200,4 1 0,-3 1 0,8 2 0,1-3-296,1-1 0,8 3 0,5-5 1,7-1-198,6-2 1,10-6 0,4-2 0,5-2 126,5-3 1,-2-8 0,6-6 0,-3-6 47,-3-7 0,-6-5 1,-3-5-1,0-2 201,0-1 0,-10-5 0,0 5 1,-5-1 367,-4 0 1,-8 10-1,-7 3 1,-6 7 324,-7 10 0,-9 5 0,-4 3 0,-1 2-264,0 3 0,0 4 1,-3 10-1,2 5-123,1 3 1,8 1-1,0-3-344,5-1 0,7-1 1,0 2-1,2-2 1,2-1-417,0 0 0,6-3 0,6 4 0,4-1 192,3 1 0,0-4 0,-5 5 1,1 1 299,-1 3 1,0 0-1,1 1 1,-2 0 27,-4 0 0,-2 4 1,-7 1-1,0-1 90,0 3 1,-7-8 0,-2 3-1,-6-7 117,-4-4 0,1-2 1,-4-8-1,1-6-34,4-2 1,1-2-1,3-3 1,2-5-123,1-7 0,5-9 0,-3-1 0,2-7-115,3-6 0,9-6 0,9-2 0,7-4-157,5-1 0,8 5 0,5-4 1,8 1 71,10-4 0,6 8 0,-29 24 0,0 1 226,32-17 0,-5 3 0,-9 6 1,-8 0-1,-10 4 498,-11 5 1,-13 8-160,-6 2 1,-5 5 0,-6 0 0,-7 2-219,-5 2 1,-6 0-1,4 0 1,-3 2-181,-2 2 1,-1 4-1,2 5 1,5-2-76,3-1 0,3-1 0,2 6 0,3-1-36,2 1 1,2 1 0,9 1-1,6 2 1,7-1 0,-1 0 0,7-1 1,2 4 41,1 1 0,0-3 0,-1 4 0,-2-1 43,1 1 1,1-4 0,-2 5-1,-5 1 45,-3 3 0,-3-1 1,-3-2-1,-6-1 12,-2 2 1,-8-1 0,-6 1-1,-5-4 18,-7-1 1,1-2-1,-1-6 1,0-3 12,2-5 0,-3-4 1,5-2 5,3-4 1,2-8 0,6-8 0,6-3-73,6-6 1,5-1 0,8-5 0,3 1-186,5 3 1,-2-4 0,2 3-1,2 1 224,1 1 0,2 9 0,0 3 0,-1 3 120,1 2 1,-5 6 0,0 3 0,0 5 36,-2 5 1,-1 4-1,-6 10 1,-1 5-304,0 3 0,-1 2 1,-2 0-1,-3 0-976,-1 0 0,-3 1 0,-4 0 0,0 1-403,0-4 1,-1-10 0,-4-2 1504,-5-9 0,-9-4 0,-3-2 0</inkml:trace>
  <inkml:trace contextRef="#ctx0" brushRef="#br0">23732 5381 7783,'-10'-29'1942,"1"1"1,6 5-1761,-2 4 0,3 11-1344,2 8 0,2 6 1,3 9 1161,4-1 0,4 1 0,1-1 0</inkml:trace>
  <inkml:trace contextRef="#ctx0" brushRef="#br0">24264 5525 7783,'13'-22'0,"-2"3"895,-1 3 1,-6 6 0,6 0 509,1-1 1,-4 3-799,-3-1 0,-4 1 0,-4-2 0,-6 5-209,-3 4 1,-8 1 0,-3 3 0,-4 5-285,-6 6 0,-1 15 0,-5 1 0,2 5-280,-2 5 1,6 4 0,4 2-1,6 2-228,3-2 1,7 1 0,6-3 0,3 0 20,6-8 1,9-4 0,14-4 0,11-5 344,10-3 0,8-11 0,9-4 0,5-5 14,3-5 1,2-9-1,-3-10 1,-5-3 80,-6-2 1,-11-6-1,1-4 1,-3-4-10,-2-5 0,-6 4 0,-7-3 0,-9 7 307,-11 7 1,-9 7 0,-5 5 0,-9 5-70,-10 8 1,-1 7 0,-11 5 0,2 8-243,-1 5 1,1 6-1,5 5 1,5 0-305,3-4 0,4 3 0,2-3 0,1 1-151,4-1 0,2 2 0,7-7 0,0 0 39,0 2 1,2-10 0,3 4 0,4-4 272,4-3 1,1-2 0,1-6 0,-1-1 123,1-4 0,4-3 0,1-8 1,3-3 18,2-5 0,-2 1 0,-1-1 1,1-1 326,-1-2 0,-5 4 0,1 4 1,-7 3 1685,-6 2-1712,3 6 1,-6 3-1,2 10-277,-2 4 0,-2 6 1,0 2-1,0 4-68,0 1 0,6-3 0,4 4-124,3-2 1,6 3-1,2-5 1,1-3-1,4-3-139,1-4 0,3-6 1,2 2-1,2-5 90,-2-5 0,3-3 1,0-8-1,0-4-147,0-9 0,5-6 1,-3-8-1,1-2-36,1-3 1,-2-10 0,2-11 0,-3-4 226,-21 35 0,0-1 0,11-33 0,-14 7 1,-2 1 259,-5 3 0,-5 5 0,-5 8 0,-5 11 370,-2 10 1,-8 6 0,1 9 0,0 2 277,-2 5 0,4 5 0,-7 5 0,-2 6-147,-1 7 0,-2 9 1,2 8-1,1 2-151,2 3 1,9 1 0,0 4-1,9 3-61,4 5 1,4 3-1,4 3-572,9 3 0,13 1 0,-7-29 0,3 0 0,3 1 0,2-2 0,4-3 0,3-1-784,3-2 1,2-3-1,0-4 1,2-3-1,7-2 1,1-2 613,2-1 1,1-3 0,2-3 0,0-2 0,1-1 0,1 0 0</inkml:trace>
  <inkml:trace contextRef="#ctx0" brushRef="#br0">22668 7036 7830,'-2'-16'328,"-1"-2"657,-2-1 0,0 5 286,5 4-840,0 7 0,-1 9 0,-3 12-37,0 3 0,-1 7 0,5 1 0,0 8-1,0 5 1,-2 2 0,-1 4 0,-2 5-265,2 3 1,1 6 0,2 1 0,0-3-108,0 0 1,0-4 0,0-4 0,0-5-612,0-7 0,5-5 0,0-8 0,-2-3-1529,-1-5 1,-1-9 2117,4-5 0,3-10 0,7-3 0</inkml:trace>
  <inkml:trace contextRef="#ctx0" brushRef="#br0">22423 7870 7940,'-16'-14'0,"-2"0"1364,-1-1 1,0 2-904,5 4 0,6 4 0,3 10 0,5 4 36,5 4 1,3 2-1,6-1 1,2 0-95,3 1 0,2 4 0,5 0 0,-4-1-190,-1-2 0,3 0 0,-3 1 1,-1 2-223,1-1 1,-2 0-1,-4-1 1,-1 2-78,0-1 0,1 3 1,-2-2-1,-2-1-475,-2-2 0,-5-2 0,2 0-362,0 1 1,-4-6 0,4-1 56,1-1 1,-4-4 0,5-8 0,0-6 307,0-7 1,1 1 0,6-9 0,-1-3 557,1-3 0,-1-8 0,0 4 0</inkml:trace>
  <inkml:trace contextRef="#ctx0" brushRef="#br0">22998 7784 7940,'0'-22'0,"-1"1"0,-2 6 0,-2 1 1116,2 0 0,-4 4 0,1 2-296,-2 2 0,3 3 1,-3 7-1,0 6-246,0 3 0,-2 7 1,-4 4-1,0 4-488,-1 0 1,1 6-1,0 1 1,1 2-523,3 3 1,-3 1-1,4 3 1,-2-1 435,1 0 0,-9 0 0,3 0 0</inkml:trace>
  <inkml:trace contextRef="#ctx0" brushRef="#br0">21416 9108 7940,'-6'-29'624,"3"0"1,-7 2 0,0 1-153,2 2 1,-4 12 0,2-1-1,-3 5 9,-1 5 1,4 1 0,1 2 0,-2 2-86,-2 2 0,-2 4 0,-1 7 0,-1 1-10,-2 3 0,-7 8 0,4 8 0,-2 4-104,0 6 0,6 6 1,-3 11-1,2 4-143,0-1 0,1 4 0,9-5 0,4 1-119,3 4 1,4-5-1,4-3 1,9-8-362,7-10 1,12-7 0,6-7 0,5-3-55,2-7 0,8-6 0,-4-13 0,3-3-28,4-7 0,1-6 0,10-13 0,-2-1 136,1-4 0,-4-4 0,-1-8 1,-6-6 14,-4-4 0,-5 5 0,-11-9 1,-9-3 97,-7-1 1,-6-4 0,-6-6 0,-6 0 240,-6 4 0,-11 9 1,-12 5-1,-6 10 192,-6 6 1,-4 16 0,-2 3 0,-4 9-61,-5 0 0,-3 6 0,-1 1 1,1 2-79,3-2 1,5 4 0,10-4 0,6 3 155,6 2 0,7 2-83,9 3 1,4 3 0,6 6 0,1 0 154,4 1 0,5 1 0,7 3 0,4 5 116,2 3 1,-4 8 0,5 4 0,0 4-198,-2 5 1,5 3-1,-3 8 1,2 2-114,-2 1 0,3 7 1,-5-2-1,2 3-316,0 2 1,-1 0 0,2-1-1,-1-4-567,2-5 1,1-9-1,0-7 1,-1-6-819,-2-6 0,-2-15 0,4-6 0,-3-5 1546,3-5 0,8-14 0,2-5 0</inkml:trace>
  <inkml:trace contextRef="#ctx0" brushRef="#br0">22581 9381 8779,'-19'-29'0,"0"2"1011,1 3 0,2 5 0,4 11-424,2 8 0,-1 8 0,6 10 0,2 2-34,1 3 0,2 6 1,0 4-1,0 1-318,0 1 1,2-5-1,3 4 1,4-4-252,4-1 0,3 1 0,2 1 0,2-1-59,3-3 0,-1-8 0,4 1 1,-1-6-371,6-4 0,-3-4 1,6-6-1,-4-2 165,-1-2 0,0-6 1,0-9-1,-2-5 227,-3-3 0,1-4 0,-6-1 1,-1-3 220,-2-2 0,-3-1 1,-4-4-1,-4 4 304,-3 4 0,-2 4 1,-2 3 419,-3 3 0,2 10 0,-6 10-795,-3 8 1,4 5 0,0 10 0,2 7-574,3 6 1,1-2-1,2 5 1,2-1-839,3 0 0,3 1 0,8-3 0,3 1-2628,5-1 3942,3-1 0,8-9 0,2-1 0</inkml:trace>
  <inkml:trace contextRef="#ctx0" brushRef="#br0">23861 9467 7788,'-14'-36'1401,"-5"2"1,0 10 0,-1 7-619,0 5 1,2 6 0,-4 8-443,1 2 0,-5 9 0,2 8 0,-3 1 0,-2 4-188,1 1 1,-1 2 0,2 0 0,1-1-251,2 1 0,11-5 0,1-1 0,2-3-142,2-2 0,5 3 0,-2-2 1,5-2-148,5-1 1,3-3-1,8-3 1,1-5 175,3-4 1,5-1-1,-1-1 1,5-4 176,4-5 1,-2-9-1,2-3 1,-2-2 166,-2 0 0,-2 0 1,-2-5-1,-2 0 430,-3 0 1,0 5 0,-8 2 659,-2 1 0,-4 2-1008,-6 5 0,-1 12 1,-2 7-1,-4 8-713,-1 6 1,5 3 0,-2 7 0,4 0-743,1 0 1,1-5 0,4 0-594,5 1 0,2-4 1832,3-2 0,6-3 0,1-2 0</inkml:trace>
  <inkml:trace contextRef="#ctx0" brushRef="#br0">24192 9439 7788,'-37'-29'375,"4"3"1,4 7 2119,5 10 0,5 7-2026,9 7 0,4-2 0,6 8 0,2 4-358,2 2 1,4 4-1,8-4 1,2 3-254,1-3 1,2 4 0,-4-2 0,4-1-253,2-2 0,-6-2 0,2 1 1,-3-1-413,-1 0 0,-1 1 617,0-1 0,-1 0 0,-5-1 192,-8-3 0,-6-4 0,-10-6 0,-2 0 277,-1 0 0,-5-6 1,5-4-1,1-3 123,2-1 0,4-2 0,2-1 1,5-4-64,4-2 1,2 1 0,6-4-1,9 4-217,11 1 0,3-3 0,8 5 0,4 1-184,4 3 1,-6 7-1,3 3 1,-1 3-222,0 2 0,-6 11 0,-4 5 1,-6 5-406,-7 5 1,-3 2 0,-3 4 0,-2 2-1248,-1-2 0,-7-2 1934,2-1 0,-10 0 0,-3 0 0</inkml:trace>
  <inkml:trace contextRef="#ctx0" brushRef="#br0">24911 9122 10264,'-22'-19'0,"3"0"683,3 1 0,1 9 0,3 5 1,2 9-441,5 10 1,4 7-1,1 10 1,1 5-140,4 4 0,-2-2 1,7 5-1,1-4-78,2 0 1,1-3 0,1 0-1,-1-2-338,0-3 1,1-2 0,-1-1 0,-1 0-751,-4 0 1,3-5 0,-8-2 0,0-1 1061,-3-4 0,-7-1 0,-2-1 0</inkml:trace>
  <inkml:trace contextRef="#ctx0" brushRef="#br0">24710 9482 7777,'0'-35'0,"0"6"0,2 2 0,2 9 1155,6 7 1,6 8-1,6-2 1,10 3-681,8 2 1,2 0-1,9 0 1,0 0-927,0 0 1,-9 0-1,-1 0 1,-4 0 12,-5 0 1,-2-4-1,-2-1 1,-4 2-439,-5 1 1071,-3-4 0,-8-2 1,-5-5 529,-6 3 1,-1-1 0,-5 5 107,-2-2 1,3 4-1,0-2 1,0 1-454,0 0 1,5 2 0,-4 8 0,2 5-132,1 2 0,-1 9 0,5 3 1,0 3-243,0 2 1,0 0 0,1-2 0,4-1-353,5-2 0,4 0 0,5 3 0,5-3-282,3-5 0,4-3 0,1-3 0,3-4 63,2-4 0,-5-3 1,1-4-1,-1-4 307,2-9 1,-9-1 0,2-8 0,-4-3 167,-6-5 0,-2 0 0,-4-5 0,-3 2 498,-2 3 1,-1 4-1,-6 4 1,-3 4 330,0 4 1,-8 8 0,3 4 0,-4 2-316,-1 2 1,-2 11-1,0 5 1,0 5-526,3 5 1,7 1-1,-2 2 1,1-1-526,4 1 0,6-5 0,4 0 0,2 0-1363,7-2 0,5 1 1988,8-4 0,-1-3 0,1 5 0</inkml:trace>
  <inkml:trace contextRef="#ctx0" brushRef="#br0">25918 9367 7800,'-14'-19'868,"-1"-1"1,3 1 0,0 5 2866,3-1-3339,6 7 0,-2 8 0,10 10-413,4 3 0,4 1 0,1 1 1,-1 1-34,-3 3 1,3-3-1,-4 5 1,2-2-213,-1 0 0,1 2 0,-5-4 1,1 2 79,-1-1 0,1-2 0,-4-2 0,2 1 205,-2-1 1,-2-4-1,-2-1 82,-4 3 1,-3-6 0,-6-1 6,-1-4 0,1-7 0,1-4 1,4-4 115,4-5 0,3 3 0,2-5 1,0 0 195,0-3 1,7-1 0,2-1-1,6 4 20,4 1 0,-2 2 0,7 4 1,0 3-296,-1 2 0,4-1 0,-5 6 1,2 2-191,0 1 0,0 10 0,3 5 1,-1 5-152,-2-1 0,-5 4 0,3 0 0,-1-1-271,-3 1 0,-2-2 0,-4-4 1,0-1-841,-3 1 1212,-6-1 0,2-6 1,-10-3-1,-4-4 0,-4-1 256,-1 0 0,4-6 0,0-4 1,1-2 87,1-3 0,-3 1 0,6-2 0,2-3 177,1-5 0,8-3 0,4-2 0,4 0 112,6 0 1,0 2 0,6 3 0,-2 5 77,2 3 1,-1 8 0,1 5 0,-4 7-727,-1 11 0,0 10 0,-5 11 0,0 2-991,-4 7 0,-7-1 0,0 8 1097,-3-3 0,-9 6 0,-1-4 0</inkml:trace>
  <inkml:trace contextRef="#ctx0" brushRef="#br0">19403 9741 7961,'-10'-34'440,"0"1"-392,7-1 1,-2 25-30,10 9 0,3 9 1,7 5-1,-3 1 375,-2-1 0,3 5 1,-4 2-1,3 0 137,-3 0 0,4 3 0,-5-3 1,1 1-108,1 4 0,-5 1 0,3 0 0,0-2-220,0-1 1,-5-6 0,3 1 0,-1-3 330,0-1 1,0-6-75,-5 1 0,0-10 0,1-5-313,4-13 0,6-20 1,13-12-1,12-10-300,-15 24 0,2 0 0,8-4 0,4 0 0,4-6 0,3-1 0,5-4 0,2-2-295,5-5 0,1-2 0,-17 19 0,2 0 0,0 0 107,4-4 1,1 0 0,0 1 0,2-1 0,1 2 0,1-1 0,2 1-1,-1 0 1,1 0 0</inkml:trace>
  <inkml:trace contextRef="#ctx0" brushRef="#br0">19230 9439 8189,'0'-8'1043,"0"-5"0,0 13-743,0 0 1,5 11 0,0 11-1,-1 4-158,3 4 1,-4 10 0,7 2-1,1 6-819,2 3 1,7 2-1,6 6 677,6 3 0,11-3 0,-17-27 0,-1 0 0</inkml:trace>
  <inkml:trace contextRef="#ctx0" brushRef="#br0">4142 10590 7956,'-9'0'6,"-1"0"0,-1-2 254,-2-3 1,-1 4 260,-1-4 1,6 3 179,-1 2 1,7 2 853,-2 3-1029,3-4 0,4 6 0,3-7-135,4 0 0,4-2 1,3-3-1,5-4-46,8-4 0,6-8 0,8-3 0,2-5-108,3-4 1,9 1-1,14-8 1,-33 18-1,2 1-228,2-2 1,2-1-1,3 0 1,0 0 0,-1 3-1,0 1 1,-2 0 0,-1 0-144,-1 1 0,0 0 1,-1 0-1,-1 1 1,32-21-1,-7 7-460,-4 7 0,-3-1 1,-2 5-1,-4 1-67,-4-1 0,-11 2 0,-8 6 0,-10 2-1777,-8 1 78,2 7 2360,-11 3 0,-9 14 0,-9 9 0</inkml:trace>
  <inkml:trace contextRef="#ctx0" brushRef="#br0">4948 10273 7948,'-8'-14'650,"-5"-1"0,5 1 935,0 0-1168,1 6 1,9 8 0,3 11-1,4 6-1,4 7 1,2 10 0,-1 6-1,0 6-81,1 7 0,-1 3 0,0 2 1,1 1-228,-1 3 1,1-1-1,-1 8 1,0 3-498,1 3 1,-1-3-1,-1-7 1,-2 1-180,-1-1 1,-7-6 0,3-3 0,-1-11-1187,0-10 0,1-6 1754,-1-5 0,3 3 0,6-4 0</inkml:trace>
  <inkml:trace contextRef="#ctx0" brushRef="#br0">5580 10719 7867,'-14'-21'422,"1"-1"0,2 0 1290,1 2-1134,7 11 1,-3 4 0,6 10-311,0 4 0,1 6 0,4 4 0,3 3 112,0 1 1,5 9 0,-5-3-1,2 3-40,-1 3 0,1 0 0,4 5 0,-1-2-218,-3 2 1,2 0 0,-2 0 0,4-3-172,5-2 0,-3 2 0,5-7 0,-2-4-176,1-4 0,5-7 0,-1-7 1,3-2-168,2-3 1,-5-8-1,-2-6 1,1-6-20,-1-7 1,-4-10 0,-1-6 0,-5-5 21,-8-3 1,0-6-1,-1 1 1,1-1 343,0 1 1,-8 4 0,-2 7-1,-2 4 1102,-3 4 1,-2 12-542,-1 7 0,4 7 0,2 10 0,2 3 69,3 4 1,1 6-1,2 4 1,0 3-315,0 1 0,6 4 0,4-3 0,3 1-663,1-1 1,2 2 0,3-5 0,4 1-1011,-1 4 0,5-6 0,-3 0 0,3-6 1402,2-4 0,0 2 0,0-4 0</inkml:trace>
  <inkml:trace contextRef="#ctx0" brushRef="#br0">6314 10604 9231,'-22'-19'0,"4"0"1402,7 1 0,4 7-1052,7 1 0,7 7 0,4 0 0,7 6-132,6 7 1,1 3 0,1 1 0,-1 0-427,6 1 1,-3-1-1,8 1 1,-3 0 98,1 5 0,-1-4 0,-4 4 0,-2 0-124,-3-1 1,2 5-1,-9-3 1,-2 1 9,-4 4 0,-10-4 0,-1 2 0,-8 0 195,-4-2 1,-9-1 0,-3-7 0,-2-1 161,2-3 1,-3-4 0,5-6 0,-1-1 65,4-4 1,3-3 0,2-8-1,0-3-30,-1-5 1,7-4 0,3 1 0,4 2-321,1 1 1,8 0 0,5-5 0,6 0-634,3 0 0,4 5 0,6 2 1,3 1 131,2 4 1,-5 1 0,3 1 0,-2 1 424,1 0 1,-2 1 0,-8 3-1,-5 4 226,-3-1 0,-2 6 38,1-4 274,-7 3 0,-4 2 1,-7-1 650,-2-4 1,1 2-1,2-5 2835,-3 1-1488,4 3-1777,-6 4 0,7 6 0,0 4 0,2 4-446,3 5 1,-2-1 0,6 4 0,1 1-832,-2-1 0,5 2 0,-5 3 0,1-1-1796,1-2 0,-5-7 2540,4 2 0,1 4 0,4-1 0</inkml:trace>
  <inkml:trace contextRef="#ctx0" brushRef="#br0">6861 10259 7872,'-15'-13'2057,"-2"-1"1,1-9-115,3 9-1944,8-1 1,-1 20 0,7 0 0,4 6 0,3 10 0,6 1 0</inkml:trace>
  <inkml:trace contextRef="#ctx0" brushRef="#br0">7033 10403 7832,'-27'-26'954,"3"-3"1,11 10-1,15 10-363,11 5 0,1 11 0,7 4 0,-2 5-573,0 3 1,7 7-1,-2-2 1,1 3-67,-1 2 1,2-1-1,-5 1 1,-1 0 28,1 0 0,-2 0 0,-4-1 1,-3 1 15,-2 0 1,-4 0-1,-6-2 1,-1-3 39,-4-5 1,-3-5 0,-6-4 0,-2-5 189,-4-4 0,4-1 0,-3-3 0,2-5 13,-2-6 1,7-12 0,-2-1-1,3-7-166,3-2 1,1-3-1,7-4 1,0 0-61,0 0 0,2 4 1,4 3-1,7 2-123,5 7 1,3 5 0,-2 7 0,5 2-80,3 4 1,2 4 0,-1 10 0,0 6-324,-4 7 1,3 9 0,-5 8 0,2 2-612,0 3 1,-5-5 0,4-2 1121,-3-2 0,6 4 0,-4 2 0</inkml:trace>
  <inkml:trace contextRef="#ctx0" brushRef="#br0">7968 10417 7844,'0'-21'179,"-2"-1"0,-2-5 0,-4 3 817,0 5 0,-4-2 0,6 2 0,-2 3 23,-3 4 0,-2 1 0,-1 6 0,-1 2-307,1 2 1,-5 1 0,-2 0 0,0 1-343,0 4 0,1 3 1,2 10-1,-1 4-507,1 7 0,4 9 1,3 2-1,3 5-330,1 3 0,3 0 1,4-5-1,0-1-354,0-4 0,6-9 0,4-10 1,2-5 527,3-4 1,4-4-1,0-6 1,-1-3 321,-2-7 0,-7-1 1,1-13-1,1-1 63,2-2 0,-4-2 0,1 0 1,0 0 494,-2 0 0,3 2 1,-5 3-1,2 7-29,3 5 0,2 6 0,1 8 0,1 4-454,-1 8 0,5 14 0,2 12 0,3 8-437,7 9 0,-7 7 0,4 8 0,-1 0 89,1 0 0,-15-33 0,1 0 0,-2 1 0,0 0 0,7 38-212,-3-6 0,-8-3 1,-5-10-1,-8-3 185,-9 0 1,-7-6 0,-8-2 0,-1-3 441,-4-2 1,-2 0-1,-7-2 1,-2-4 466,-3-8 1,3-8 0,-4-12 0,1-4 62,0-3 0,6-5 1,9-7-1,4-11-437,5-9 0,3-9 0,7-9 0,1-6-534,3-7 1,10-6 0,11-11 0,-2 34-1,0 0-909,2-5 0,2-1 831,3-3 0,2-1 1,2-7-1,3 0 0,2 0 1,1-1-1</inkml:trace>
  <inkml:trace contextRef="#ctx0" brushRef="#br0">9320 9194 7855,'-14'-22'151,"-6"1"1,1 7-1,2-1 853,1 1 1,1 6-368,1 3 0,4 3 0,2 4-283,2 3 1,1 9 0,7 10-1,3 6 61,4 9 1,6 7-1,2 17 1,2 4-215,-1 3 0,-7-30 0,0 0 0,0 3 0,1 0 0,0 4 1,0 1-183,0 1 1,0 1-1,-3 0 1,-1 0-1,2 0 1,1 0-1,-1-2 1,-1 0-223,1-2 0,-1-1 0,4 35 0,-7-10 0,-1-9-88,0-7 0,0-12 0,-5-2 0,-2-8-280,-3-10 0,2-11 436,-6-6 1,1-15 0,-3-6 0,3-6 66,1-8 0,-2-10 1,2-10-1,1-1 137,-1-3 1,3-1-1,4 2 1,1 4 85,4-1 1,-2 7 0,7 0 0,1 9-6,2 9 0,7 4 0,4 8 0,4 5-22,0 8 1,6 8 0,0 11 0,-1 5-476,2 4 0,-4 0 0,2 0 0,-2-3-260,-3-1 0,1-5 0,0 4 0,-2-4-4,-3-6 0,2-1 0,-7-5 0,0-1 176,2 1 1,-5-4-1,1-8 1,-4-5 269,-3-2 1,-2-9-1,3-5 1,-3-4 282,-2-4 1,-1-7 0,-5-1-1,0-6 388,0-3 0,-5 2 1,-1-1-1,-2 10 976,-3 8 0,-2 6 0,-2 14-715,1 2 1,1 10 0,4 11 0,4 7-468,3 6 0,2 3 0,0 2 0,3 1-167,7 4 1,1-4-1,12 4-260,-3-4 0,11-3 0,-2-1 1,4-4-1,5-1-556,6-3 1,7-9 0,-2-4 0,1-3 52,-1-2 0,-1-7 0,-6-4 0,-5-7 280,-9-6 1,-5-4 0,-9-4 0,-1-4 228,-4 0 1,-2-3-1,-9-4 1,-3 0 291,-4 0 0,1 8 0,-2 6 0,-1 10 1024,-2 8 1,4-1 0,-1 11-374,-1 7 1,5 5-1,1 18 1,3 8-406,2 8 0,0 7 0,0 9 0,2 3-359,3 2 1,3 1 0,6 5-1,2 1-157,3 4 1,-1-2-1,-7-35 1,0 0-1,0 0 1,-1 0-179,-1 0 0,-1 0 0,8 32 1,-3 1-1,-3-2-221,-5-7 1,-5-4-1,-5-2 1,-6 1 325,-7 3 0,0-10 0,-6-4 0,-3-13 60,-5-10 0,0-5 1,-6-11-1,0-6 57,1-6 1,-5-13-1,6-13 1,-3-11-79,1-11 0,12-8 1,4-13-1,9-1-122,8-4 1,7-5 0,2 39-1,2-2 1,2 1 0,3 0-121,0 2 1,3 0-1,5 3 1,2 1 0,2 0-1,1 1 1,1 2-1,2 1 375,2 2 0,1 2 0,4 3 0,0 1 0,-2 1 0,1 0 0</inkml:trace>
  <inkml:trace contextRef="#ctx0" brushRef="#br0">11075 9784 8239,'-29'-34'0,"2"2"715,3 5 0,-2 5 0,7 7 0,2 3 2095,1 2-2124,8 4 0,1 7 0,7 4 0,2 6-224,3 7 1,1 12-1,5 15 1,0 11-122,5 10 1,-1 2 0,5 1 0,0-2-314,-1 2 1,6 8 0,-13-37 0,-1 1-1,0 1 1,0 1-187,-1 0 0,-1 0 0,7 37 0,-3-3 0,-3-4-641,-6-1 0,-2-14 0,-4-10 0,-2-11-352,-6-7 0,-3-12 0,-1-6 0,0-4-2150,-1-4 3301,7-3 0,-11-14 0,3-3 0</inkml:trace>
  <inkml:trace contextRef="#ctx0" brushRef="#br0">10974 10072 7855,'-27'-35'570,"3"-4"1,10 4-1,9 3 1,5 6 258,5 7 0,11 2 0,11-1 0,6-3-638,4-1 1,0 4-1,3-1 1,-4 5-200,0 4 1,-1 4 0,-5 6 0,1 1-270,-4 4 1,-8 8 0,-2 9 0,-5 4 60,-8 4 1,-2 7 0,-4-3 0,-2-2 153,-6-2 1,-9 0 0,-5 2-1,-5 2 32,-4-2 1,-4-6 0,-6-3 0,0 3-352,-1 1 0,3-4 0,4-4 0,8-5-474,9-4 855,10-4 0,4-6 0,6 0 0</inkml:trace>
  <inkml:trace contextRef="#ctx0" brushRef="#br0">11636 9741 7855,'-24'-15'1035,"1"3"454,3 2 0,2 5-1006,8 10 0,4 8 0,6 8 0,0 1-301,0 4 1,5-1 0,1 1-1,2-2-219,3 1 0,4 2 0,2 2 0,4-2-166,2-3 1,-1-1 0,3-7 0,-1 0-322,2-3 0,-4-4 0,1 1 0,-1-5-99,0-4 1,-4-2 0,1-6 0,-3-7 216,-1-9 1,-3-5 0,-2-4-1,-5-4 503,-4 0 0,-2-1 0,-4-3 0,-6 5 262,-7 4 1,-4-1-1,-7 10 1,-1 1 154,-4 7 1,4 1 0,-4 8 0,4 0 976,1-1 1,12 5-1314,2-4 0,23 3 1,7 2-1,10-1-445,9-4 1,2-3-1,8-7 1,-1-1-219,0-3 1,0 2 0,0-7-1,0-2 59,0-1 0,-4-2 0,-4-1 1,-3-2 205,-5-2 1,-9 1 0,-4 4 0,-8 0 733,-4 0 0,-2 7 0,-2 3 380,-2 3 1,-4 3-1,-7 3 357,1 6 1,-1 2-893,1 2 1,1 2-1,2 2 1,3 6-112,2 3 0,-1 7 1,4 4-1,-2 5-83,2 5 0,2-2 0,1 5 1,1-1-161,4 1 1,3 1-1,6 6 1,1-1-537,-1 0 0,5-3 0,2 0-7,1 0 0,-4 0 0,1-8 0,-3 0 0,-1-3-2084,-1-4 1,-4-9-89,-1-2 2710,-6-6 0,16-27 0,-3-5 0</inkml:trace>
  <inkml:trace contextRef="#ctx0" brushRef="#br0">12398 9396 7855,'-14'-29'449,"-1"6"0,2 4 1,2 5 1591,2 4 0,4-1-1192,-5 6 0,7 7 1,-2 7-1,4 6-420,1 4 1,6-1-1,2 6 1,2 1-431,-1 2 0,1 4 0,4 1 1,1 1-108,-1-1 1,0-1 0,1-3-1,-1 1-267,1 0 0,-1-2 0,-1-1 0,-4-4-247,-4-1 1,1-2 0,-1-5 510,-2 1 1,-3-9 305,-4-6 1,0-6 0,-4-9 0,1-1-41,-1-3 1,4-2-1,0-4 1,2 2 293,2 3 0,0 0 0,0 6 1,0 0 20,0-1 1,0 6-1,2 1 1,2 0-256,6 0 0,-2 5 0,3-2 0,3 3-443,4 2 1,8 7 0,-2 2 0,3 4-402,2 1 1,-2 1 0,-2-2 0,-2-2-1624,-3-2 0,0 1 1201,-6 4 1,-8-6 0,-6-3 0,-9-3 1050,-9-2 0,-11-13 0,-7-3 0</inkml:trace>
  <inkml:trace contextRef="#ctx0" brushRef="#br0">12067 9626 7855,'-9'-23'305,"-1"4"0,7 3 1,-2 2-1,5-1 521,5 1 1,9-2 0,12-3 0,6-5-469,6-3 0,10-7 0,3-1 0,2 0-978,0 0 1,-1-4 0,3 7 0,-6 5 619,-6 6 0,-3 5 0,4 2 0</inkml:trace>
  <inkml:trace contextRef="#ctx0" brushRef="#br0">12844 9755 7861,'-22'-22'1243,"1"1"1,14 13-1,7 5-708,8 6 0,0 0 0,2 5 267,1-1 0,2-1 0,1-3-463,1 2 0,-1-2 1,0-6-1,1-3-288,-1-2 1,1-2 0,-1-4-1,0-2-98,1-4 1,-1 3 0,0-9 0,-1-2-208,-3-4 0,1-8 1,-6 3-1,-2 0 144,-1 3 0,-2 6 0,-2 2 0,-3 5 275,-4 5 1,-6 7-1,-2 14 1,-4 6 32,-1 6 0,2 7 0,-2 8 0,3 2 138,6-2 1,5 3-1,8-1 1,0-2-299,0-2 1,3-6-1,7-2 1,9-3 54,7-6 1,2 0-1,3-8 1,2-4-569,6-4 0,2-6 0,2-11 0,0-5 76,1-7 0,-6 0 0,-1-6 1,-2-2-66,-3-2 1,-3-6 0,-5 0-1,-7 2 307,-6 1 1,-4 5-1,-7 5 1,0 8 506,0 4 0,-7 11 0,-2 8 0,-4 8 321,-1 5 1,-1 6 0,1 4-1,-1 5-249,1 3 0,6 2 0,3-1 0,4 0-458,1-4 0,6 1 1,4-6-1,2 1-376,3 0 0,6-4 0,3 2 0,3-5-116,2-4 1,-2-4 0,-2 5-1,-2-1 93,-3-1 0,-5 0 0,-7-3 341,-2 5 0,-3 1 1,-7 0-1,-6-3 58,-3-2 0,-6 4 1,0-5-1,1-2 244,2-1 1,2-2-1,1-2 1,2-3 125,1-4 1,7-4-1,-2-2 1,4 1-43,1 0 0,0-6 0,1 0 0,6-3-72,7-2 1,2 2 0,8 1 0,0 0-1,-2-1 0,4 6 1,-5-1-1,0 5-327,-1 4 0,-1 5 0,-3 0 0,0 4-518,-1 4 1,1 4-1,-11 7 1,-2 1-619,-2 3 0,-1 2 1,0 3-1,0-3-216,0-1 0,-4-4 1459,-1 3 0,-13-3 0,2-1 0</inkml:trace>
  <inkml:trace contextRef="#ctx0" brushRef="#br0">13736 9108 7861,'-13'-34'1151,"3"1"0,2 12 1,5 13-1543,-2 9 0,0 7 1,5 8-1,0 2 391,0 1 0,13 7 0,3-4 0</inkml:trace>
  <inkml:trace contextRef="#ctx0" brushRef="#br0">14239 9093 7861,'-13'-36'0,"2"2"0,3 5 1173,2 5 0,-5 3 1,1 7 141,-3 0 0,0 4 0,2 2 140,2 2 1,4 1-1298,-5 5 0,5 2 0,-3 4 0,0 8-53,0 9 0,5 4 0,-3 2 0,1-1-133,0 1 1,0 0-1,7 0-216,3 0 1,3-1 0,6-1 0,2-3 0,3-4-56,5-4 1,0-4 0,3 0 0,4-4 324,-1-2 1,-4-1 0,-4-4 0,-1 3 77,-3 0 1,-3 3 0,-2-2 0,-3 4 368,-5 4 1,-12 1-1,-7 2 1,-10 4-339,-8 3 0,-6 3 1,-10-2-1,-7-5-1471,-5-3 0,-3-3 1,-1-3-1,8-6 1336,5-2 0,3-15 0,5-3 0</inkml:trace>
  <inkml:trace contextRef="#ctx0" brushRef="#br0">5192 12503 7636,'-5'-9'-42,"0"-1"0,-1 7 1,3-3 88,-2-1 0,7 6 0,7-3 135,4 8 0,3-3 0,3 6 0,5-3-60,3 1 0,2 0 1,1-5-1,2 0-25,2 0 0,4 0 0,-2 0 1,2 0 27,7 0 0,-2-2 0,6-2 0,1-4-33,3 0 0,6-4 0,6 6 0,6 0-65,-3-1 0,4-2 0,-5 4 0,4 2-40,1 1 1,1 0-1,5-1 1,-35 0-1,1 0-43,2-1 1,2 0-1,1 0 1,1-2-1,0-1 1,1-2-1,0 0 1,0-1 43,1-2 1,2 0-1,2-1 1,3-1-1,2 0 1,2-1-1,1 1 1,0-1-99,1 1 1,0 0-1,2-3 1,1 0-1,2 0 0,-1 0 1,2 1-1,-1-1 107,-1-1 1,1 1 0,2-1 0,1-1 0,2-3 0,1-1 0,-23 8 0,1-1 0,0 1-88,1-1 1,0 0-1,0 0 1,2-2-1,0-1 1,0 0-1,-3 0 1,-1 0 0,1-1-1,2-1 1,1 0-1,0-1 129,-1 0 1,0 0 0,1 1 0,3-1 0,1 2 0,0 0-1,-2 1 1,-1 1 0,1 0 0,-1 1 0,-1 1 0,1 0 20,-3 0 0,0 2 1,1-1-1,-1-1 1,0 0-1,1 1 1,-1 2-1,1 1 1,-1-1-1,0 0 1,0-1-1,0 1-87,24-6 0,0 0 1,-25 7-1,1 0 1,-1 1-1,24-4 1,1 1-1,-2-1 1,1 1 53,-4 0 1,2-1 0,-22 6 0,1-1 0,0 0 0,0 1-1,-1-1 1,0 1 0,26-6 0,-1 1-41,-2 0 1,1-1-1,-25 5 1,1 1 0,0-1-1,2 1 1,0-1-1,0 1 1,-1-1 0,-1 1-1,0 0-38,24-3 1,1 0 0,-24 3 0,0 0 0,1 0-1,-2 1 1,-1 0 0,1 0 0,26-5 0,0-1-9,-2 0 1,1-1 0,-24 5 0,0 0 0,1 0 0,0 0 0,0-1 0,0 0 0,-3 0 0,0-1 0,0 0 39,25-7 0,-1 1 1,-1 1-1,-1 0 1,1-1-1,-1 0 1,-4 0-1,-3 1 26,-6 0 1,-2 2 0,0 0 0,-2 1 0,-7 1 0,-1 0 0,0 2 0,-1 1 27,-2 2 0,-1 0 1,34-8-1,-23 12 1,-12 0 86,-7 3-122,-7 7 0,-3 2 0,-7 7 0</inkml:trace>
  <inkml:trace contextRef="#ctx0" brushRef="#br0">16094 11870 7980,'0'-16'0,"0"-1"-466,0-2 0,0-1 1,0 6 1126,0 0 1,0-1-116,0 1-524,0 6 68,0 1 0,0 6 25,0-4 1,-1 3 0,-4-2 0,-5 0 19,-2 0 1,-4 2-1,-3-4 1,-5 1-22,-4 0 0,-5 0 0,-2 5 0,-2 0-57,-3 0 1,-2 0 0,-2 2 0,-3 4-101,-1 9 1,-1 1 0,1 6 0,-5 0-88,-3 1 0,-4 6 1,0 4-1,6-1 46,3-2 1,3-1 0,5 0 0,1 0 67,4 0 1,8-5 0,6 0 98,-2 1 0,2 2 0,-3 2 1,-4 0-1,0 0 39,-5-1 1,0 8 0,-9 4 0,-1 6 46,-2 7 1,0 1-1,6 0 1,2-1-99,2 1 1,6 2-1,-2 2 1,4 1-43,1 3 1,0 6 0,14-30 0,0 0 0,-1 2 0,0-1-20,-1-2 0,0 1 0,0 0 0,1-1 0,-11 25 0,3-1-20,5-2 0,3 4 1,3-1-1,2 0 15,1 2 0,5-5 1,-3 4-1,2-6 30,3-4 0,1 1 0,2-4 0,0 1 45,0 3 1,2 7 0,2 2 0,6-1 37,3 2 0,3-3 0,3 7 0,5 4-55,3 3 0,-13-35 0,1-1 0,-1-1 1,1 0-1,0 3 0,0 0-61,1 2 0,2-1 1,-1-3-1,1 0 0,1-2 1,2-2-1,17 27-32,2-7 0,-2-6 0,6-6 1,3 1 88,3-1 1,11-6 0,-2-4 0,3-3 163,2-1 0,3 0 1,-6-2-1,-4-1 31,-2-2 1,-1-5 0,10 5 0,8 0-178,-33-13 1,2 0 0,3 2-1,1 0 1,1-3 0,0-1-1,-2 0 1,1 0-99,-1-1 1,0 0 0,2-3-1,1-1 1,1 0 0,1 0-1,3 0 1,0-1 14,3-1 0,0-1 0,-3-1 0,-2 0 0,2-2 0,-1-1 0,1-1 0,0-2 45,2 0 0,0 0 0,3-2 1,0 0-1,0-1 0,-1-2 1,0 0-1,0-1-105,-1-2 0,0 0 0,3-1 0,-1 0 0,3-1 0,0 0 0,0-1 0,-1-1 86,-1-1 1,0 1 0,-2 1 0,-1-1 0,0-2 0,1-2 0,2 0 0,-1-2-44,3-1 0,-1 0 0,-2 2 0,-1-2 1,-3 0-1,-2-1-11,-2 2 1,0-1 0,2-3-1,0 0 1,0 0 0,0 0-1,3-3 1,-1-1 0,-1 0 0,-2-1 49,-1-1 1,-3-1 0,-5-2-1,-1-3 1,0 0 0,-1-1 0,-1-1-1,0 1 81,1 0 1,-1 0 0,1-1-1,-1-1 1,-2 3 0,0-1 0,-1-2-1,0 0-2,-1-2 1,-1-2 0,-3-3 0,-2-2 0,-4-1 0,-2-1 0,-1 3 0,-2 0-77,-2 0 1,-1 1-1,2-1 1,0 0-1,-1-4 1,1-1-1,-1-2 1,-1-2-192,0-1 1,-1 1 0,-1 1 0,-3 1 0,-3 2 0,-3 0 0,0-2 0,0-1 4,-2-2 1,-2-1-1,-5 0 1,-3 1-1,-1 1 1,-3 2 0,-2 3-1,-3 1 73,-2 1 0,-2 1 1,1-1-1,-2 0 0,-5 1 1,-1 0-1,0 1 0,0 0 87,0 3 1,-2 1 0,-5 5 0,-4 3 0,-2 5 0,-3 2 0,-5 0-1,-2 0-12,-3 2 1,-2 0 0,-3 0 0,-1 1-1,0 0 1,0 2 0,-1 0 0,0 2 11,-3 3 0,-2 1 0,-4 2 1,-1 2-1,-4 1 0,-2 3 1,0-1-1,0 2-170,-1 2 1,-1 1-1,24 2 1,0 1-1,-1 1 1,-1 3-1,1 1 1,-2 0-1,0-1 1,-1 1-1,-1 0 36,-1 1 1,-1-1-1,0 1 1,-1 0-1,1 0 1,-2 0-1,-1 0 1,0 1-1,-1-1 1,2 2-1,0-1 1,1 1 10,-2 1 1,1 0 0,-1 1 0,1 0 0,0 0 0,-1 1 0,-3 0 0,-1 1 0,0 0-1,-1 2 1,-1 0 0,0 2-78,-1 1 0,1 1 0,-2 3 1,-5 5-1,0 4 0,0 2 0,18-3 1,1 1-1,0 2 0,-1 2 0,-3 3 1,-1 2-1,0 2 0,0 2-49,-4 3 1,0 2-1,-1 3 1,2 2 255,10-3 0,0 3 0,1 2 0,0 0 0,-1 1 0,-3 1 0</inkml:trace>
  <inkml:trace contextRef="#ctx0" brushRef="#br0">16857 12978 8110,'-7'-29'243,"1"1"0,-4-1 0,4 0 1064,0 0-1255,4 7 1,-3 9 0,8 13 0,4 10 78,1 7 0,1 2 0,4 9 0,-2 4-54,-1 3 1,-7 8 0,2 7 0,-2 1 3,2 3 0,-3 8 0,1 6 1,-6 2-24,-7 2 0,4-30 1,-1 1-1,-1 1 1,0 1-1,0 3 1,-1 0-73,0 3 1,-2-1 0,-1-7-1,0-2 1,3 3 0,1-1-1,-7 32-258,4-8 0,8-1 1,-2-9-1,4-2-176,1-9 1,0-13 0,0-2 0,1-9-1753,4-6 2200,-3-5 0,17-11 0,-3 0 0</inkml:trace>
  <inkml:trace contextRef="#ctx0" brushRef="#br0">16814 13237 8085,'-10'-48'194,"0"0"1,9-5 0,2 7-1,12 6 278,10 10 1,9 3 0,3 6 0,1 0-389,4 0 1,-1-3-1,2 5 1,6 3-36,2 5 0,4 0 0,3 6 0,-3 2-112,-5 1 0,-5 10 1,-5 7-1,-6 7-40,-6 5 0,-7 8 0,-10 5 0,-5 7 167,-8 5 0,-16 4 1,-17 3-1,-14 2-104,18-30 0,-1 1 0,-5 2 1,-1 0-1,-5 0 0,-2-1 0,-4 3 1,-1 0-1767,-4 3 0,-1-1 1806,-3-4 0,-2-1 0,0 4 0,-2 0 0,0-5 0,-1 0 0</inkml:trace>
  <inkml:trace contextRef="#ctx0" brushRef="#br0">19920 11079 8195,'-4'-30'0,"-3"-2"40,-1-2 0,3 2 0,-4 8 0,-2 5 127,-2 3 1,-6 3-1,-2 2 1,-1 3-205,-4 2 1,-1 1 0,-2 5 0,0-2-57,0-3 0,1 2 1,-1-6-1,0-3 121,0 0 0,1-3 1,-1-1-1,0-1 36,0-3 1,-6-5 0,-3 2 0,-5-1 9,-5 0 0,-3 2 0,-9-2 0,-2 3-26,-5 1 1,-2 4-1,2-4 1,5 4-100,3 2 0,0 0 1,-5 1-1,-7 2 26,-4 1 0,35 8 0,-1-1 0,-36-5 0,2 2 9,1 3 1,33 0 0,-1-1 0,-1 2 0,-2-1 0,-1 2 0,0-1-25,-3 1 1,0 1-1,0 0 1,-1 0-1,0 0 1,-1 0-1,2 0 1,-1 0 47,2 0 1,0 0 0,-1 0 0,-1 0 0,2 0 0,-1 0-1,-1 0 1,-1 0 3,1-1 0,0 2 0,-1 1 0,1 2 0,5 0 0,0 0 0,1 1 0,-1 0-9,-2-1 0,0 1 0,-1 2 0,0 1 0,-1 1 0,0 1 0,3-1 0,0 1-7,1 0 0,2 1 0,-1-3 0,1 1 0,3 3 1,0 0-1,-4 1 0,-1 0-1,-4 0 1,0 1-1,2 0 1,0 1-1,-1-1 1,0 1-1,5-1 1,2 0 2,1 1 0,0-1 0,-3 3 0,-1 0 1,-4 0-1,-1 1 0,-1 0 0,-1 1 3,1 0 1,0 2-1,2-1 1,3 1-1,4 1 1,0-1-1,0 2 1,-1-1 11,0 2 0,0 0 0,-5 1 1,1 0-1,-1 2 0,1 0 1,1-1-1,1 1 15,2 0 1,2 0-1,2-1 1,1-1-1,1 2 1,0-1-1,0 1 1,0-1 27,0-1 1,0 1-1,0 1 1,-1 0 0,0-1-1,0 0-50,1 1 0,0 1 0,-1 2 1,2 1-1,6 4 0,1 1 1,2-2-1,1 0 0,-22 32-11,4-2 1,0-2 0,-2-4-1,-1-1-21,-2 1 0,0-1 0,5 3 0,0 0 19,0 3 0,1-1 0,5-4 0,7-1 33,4 1 1,9-1 0,-4 1 0,2 1-10,0 3 0,4 4 0,6 6 1,-2 1 1,-2 4 0,3-3 1,2 2-1,2-2-15,3-2 1,2-31 0,0 1 0,1 1 0,0 0 0,0 1 0,0 0-5,0 0 0,0 0 0,6 36 1,2-2-1,2 1-6,-5-39 1,0 1-1,0 4 1,1 0 0,2 0-1,1-1 1,1-1-1,0-1-21,7 36 1,1-6 0,-1-1 0,4-1 14,1 4 1,2 1 0,5-2 16,-14-35 0,-1 1 1,-2 1-1,0 0 0,0 2 1,0 1-1,0-2 0,0 1 1,-1-1-1,0 1 26,-1 2 1,-1 0 0,2 1 0,-1 1 0,1 3-1,-1-1 1,0-1 0,1-1-10,-1-1 0,0-2 1,3-1-1,0-2 1,13 28-1,6-2 20,6-2 0,3 3 0,3-6 0,-1-4-23,0-2 1,2-9 0,3 2 0,6-3 18,7-2 1,4-2-1,-29-20 1,0-2 0,36 20-6,-36-19 0,0 0 0,-1 0 0,0 1 0,32 21 0,-3-4 18,0-4 1,8-9 0,-31-12 0,1-2 0,2 2 0,0-2 7,2 1 1,-1-1-1,-4-1 1,-2 1 0,31 5-1,-1 1-23,2 2 1,4 0-1,-33-12 1,2-1-1,-2 0 1,1-1-34,-2 1 1,-1-2-1,38-1 1,-4 2 0,3-3-2,4-2 1,-37 0 0,0 0 0,3-1 0,0 0 0,3-1 0,1-1-66,0-1 0,0-1 0,0-2 1,-1 1-1,-1-1 0,-1 1 97,0 1 1,0 0 0,1-1 0,0 0 0,3 1-1,0 0 1,1-1 0,-1-1 0,-1 0 0,-1-2-4,-4 0 1,1-1 0,1 2-1,1 0 1,-3-2 0,1-1-1,3 2 1,2-1 12,3 1 0,0-1 0,-2-5 0,0 0 0,-2 0 0,0 1 1,-1-2-1,-1 0 11,2-2 1,0 1 0,3 1 0,0 0-1,3-3 1,1-1 0,-2 1 0,-1 0-22,-2 0 0,0 1 1,1 0-1,-1 1 1,-3 2-1,1 1 0,2 0 1,1 0-48,0-1 1,0 1-1,1 0 1,-1-1 0,-4 0-1,-1 0 1,-1-2-1,0 0-50,2-2 0,1 0 1,-1-2-1,0 0 0,5-2 1,-1 0-1,-1-2 0,-2-1 35,-3-2 1,-2-2 0,0-2-1,-2-2 1,-4 3 0,0-1-1,3-1 1,2 0 25,1-1 1,0-1 0,-2 0-1,-1 0 1,-2-1 0,-1-2-1,-4 0 1,-3-2 83,-2-2 0,-1-2 0,1-2 1,1-1-1,2-4 0,1 0 1,2-2-1,1 0-7,3-2 1,0 0-1,-2-1 1,0 0-1,-1-2 1,-1-1-1,-2-1 1,-3-1-32,-2 1 1,-2 0 0,-4 2 0,-2 1 0,-3 3-1,-1 1 1,0 1 0,-1 1-140,-1-1 1,0 0 0,0 3 0,-2-1 0,0-1 0,0 0 0,-2 3 0,0 0-9,-2 2 0,-1-1 0,-3-2 1,-1-1-1,-1 0 0,0-1 0,-1-2 1,0-1-58,0 0 0,-2 0 0,-3-2 0,-1 0 0,-2 2 0,-1 1 0,-3-2 1,0-1 48,-2-2 1,-2 0-1,0 0 1,-1 0-1,-1-2 1,1-1-1,0 2 1,1 0 92,1 1 0,0 1 0,-1-3 0,0 1 0,3 4 0,1 0 0,0 0 0,1 0 133,-1 2 0,2 0 0,-1 1 0,1 0 0,-1 6 0,0 1 0,0 0 0,-1-1 24,0-1 1,-2 1 0,-1 6 0,-1 0 0,1 1 0,-2 0 0,-18-28-53,-6 8 1,-12 4 0,-7 12 0,-10 0-141,30 21 0,-1 1 1,-3-1-1,-1 1 1,-2 0-1,0 0 1,0 1-1,0 2-132,-3 0 0,0 2 0,-6 1 0,-2 1 0,-7 2 0,-2 0 0,0 2 0,-1 1-44,0 1 1,0 0 0,-2 3 0,0 1 0,2 0 0,1 0 0,-4 0 0,0 0 137,-1-1 0,0 2 0,5 0 1,0 1-1,6-2 0,1 0 1,3 0-1,1 0-14,2 0 1,0 0 0,5 2 0,1 1 0,3-2 0,2 1 0,-25 0-826,14 2 930,9 13 0,13-7 0,1 14 0,-1-1 0</inkml:trace>
  <inkml:trace contextRef="#ctx0" brushRef="#br0">17001 10863 8327,'0'-24'44,"0"0"1,0 7 0,0-3-1,0 4 280,0 2 1,0 4-206,0 1 0,0 7-48,0 2 1,0 7 0,1 7 0,2 0 0,2 2 105,-2 4 1,-1 2 0,-2 7 0,0-1-218,0 1 0,0 2 0,0 1 0,0 1-18,0-1 0,0-1 0,0-3 0,0 1 11,0 0 0,0-7 0,0-3 0,-2-3-320,-2-1 381,2-7 0,-9-10 0,6-12 0,2-9 24,1-4 1,2-2 0,0 1 0,0-1 84,0 0 0,0 0 1,0 1-1,0 0 66,0 4 1,0 2-1,0 4 306,0-1 0,2 2-408,3 7 0,-2 4 1,6 7-25,3 4 0,0 3 1,3 6-1,1 1-88,3-1 1,-2 1 0,7-1 0,2 0-58,1 1 1,4 4 0,1 0-1,3-1-14,1-2 0,-4-2 0,4-1 0,-3-2-5,1-1 1,-2-2-1,-8 1 1,-5-4-2,-3-3 0,-2-2 85,1 0 1,-7-2 0,-4-3 77,-2-4 0,-2-6 0,0-2 0,0-4 6,0-1 1,0 2 0,-2-4 0,-2-1 141,-6-2 0,2-1 0,0 3 0,0-1-9,0-4 1,5 3 0,-2-4 0,3 6-155,2-1 1,0 4-1,2-1 1,3 3-377,4 2 1,6 2 0,2 2 0,4 1-76,1 3 0,2 4 1,5 6-1,2 0-140,2 0 0,-1 0 0,5 2 1,-2 1 219,-3 2 0,-2-1 0,-1-4 0,-2 0 278,-3 0 1,-3 0 663,-7 0 1,-6-1-182,-3-4 0,-10-3 0,-4-5-75,-4 4 1,3 2-1,1 6 357,-2-4 0,3 3-416,-2-3 0,5 4 0,-3 2-45,2 4 0,1 5 1,5 9-1,0 5-66,0 3 0,-5 3 0,1 4 0,-1 4-63,-2 4 1,6 8-1,-6 2 1,3 6-253,-1 4 0,-5-3 1,5 4-1,2-4-452,2-2 1,1-4 0,0-2-1,0-3-203,0-6 1,1-5 0,4-10 0,6-3-102,7-5 1,-1-9-1,7-7 880,2-6 0,7-18 0,4-10 0</inkml:trace>
  <inkml:trace contextRef="#ctx0" brushRef="#br0">17979 10921 8320,'-29'-24'0,"2"0"0,1 0 582,2 1 0,11 3 0,1 5-279,4 1 0,4 1 0,11 2 1,7 1-217,9-1 1,10-7 0,7-1 0,6 2-85,7 1 1,-3 1 0,-2 1 0,-4 1-25,0 4 1,-6 2 0,-3 7 0,-5 3-137,-7 7 0,-12 1 0,-8 11 1,-8 2 35,-9 4 0,-8-3 0,-14 9 0,-7-4-927,-8-1 1048,-11 0 0,24-15 0,-2 0 0,-4 1 0,0-1 0</inkml:trace>
  <inkml:trace contextRef="#ctx0" brushRef="#br0">17720 13467 8125,'-2'-14'0,"-1"0"-204,-2-1 1,-1 6 0,3-1 25,-2-1 361,0 4 1,7 1-1,2 6 44,6 0 0,1 6 0,0 4 0,-1 3 35,1 1 0,0 1 0,0-1 0,-1 2-21,1 3 0,-3-3 1,0 3-30,-1-3 0,-1-3 0,-3-2 0,4-3 207,1-1 0,1-3 1,6-4-1,2 0-158,7 0 1,7-8-1,13-6 1,4-10-216,5-8 1,11-11 0,-28 16 0,1 0 0,6-3 0,1-1-343,4-2 0,3-1 0,5-4 1,1-1-108,5-1 0,1-2 0,4-3 1,0-1-1,-21 15 0,0-1 1,0 1-1</inkml:trace>
  <inkml:trace contextRef="#ctx0" brushRef="#br0">19172 11237 8077,'-14'0'-421,"0"-1"1,-1-3 139,1 0 1,4-1 617,1 5 0,6-2 650,-2-3-161,3 4-605,2-6 1,2 7 0,1 2 206,2 3 0,1-2 0,-1 7-115,5 1 0,1 2 1,0 1-1,-2 0-40,3 1 1,-4 4 0,1 0 0,1 0-83,-2 2 0,3-3 1,-5 4-1,1-1-51,-1-4 1,5-1 0,-1-1 0,3-2 141,1-4 0,2 2 0,3-6 1,5-2 39,3-1 1,10-12-1,10-7 1,13-14-381,-23 12 1,1-2 0,7-2 0,1-2 0,4-5 0,1-2 0,3-2 0,1-1-600,1-2 1,1-1 324,0 2 0,1-1 0,6-6 1,0 1-1,2 2 0,-1 0 0</inkml:trace>
  <inkml:trace contextRef="#ctx0" brushRef="#br0">19072 11208 8028,'-7'-14'92,"-1"1"1,-6 4 211,0 4 0,4 3-32,0 2 0,6 5-59,-6 0 0,8 6 0,1-1 57,4 2 0,7 3 1,-4-1-1,0 2-89,1 3 0,2-1 0,-2 6 0,1 2-141,3 1 0,-3 1 0,2 0 1,-1-3-76,-1-1 1,5-1-1,-3 1 1,2-5-30,3-3 1,-1-2-1,0-1 1,1-3 104,-1-6 1,1-2 99,-1-2 0,0 0 62,1 0 0,-6 0-68,1 0 1,-7-2-1,4-1-15,-1-2 0,-3 1 0,7 4 0,1-2 67,2-3 1,3 2 0,1-5 0,4 0 62,1 0 0,4-2 1,8-4-1,4 0-93,3-1 0,11-4 0,5-2 0,9-1-177,4-4 0,-31 13 0,0-1 0,2-1 0,0 0 1,1-1-1,0 0-74,2-1 1,-1 0-1,-2-2 1,-1-2-1,1 2 1,0 0-1,0-1 1,-1 0-4,0 1 1,0-1 0,1 0-1,-2 1 1,28-13 0,-12 4-72,-12 8 0,-15 5 244,-8 6 1,-12 2-1,-8 7-41,-8 0 1,-5 5 0,-2 1-764,1 2 0,4-3 1,2 5 727,2 1 0,8-5 0,6 1 0</inkml:trace>
  <inkml:trace contextRef="#ctx0" brushRef="#br0">24796 11640 9016,'8'0'2715,"-1"-2"-2451,-7-2 1,-2 2 0,-1-4 0,-4 1-24,-1 0 1,-6-5 0,-7 4 0,-1 0-39,-4-1 0,-1-2 0,-3 4 0,-2 2-66,-2 1 1,-6 4 0,2 3 0,-5 6-12,-5 6 0,3 12 0,-3 13 0,3 7-33,2 9 1,21-22-1,1 1 1,0 1 0,1-1-1,0 2 1,1 1 28,1-2 0,3 1 0,-3 39 1,9-1-1,7-4-137,7-4 0,4-12 0,12-10 0,8-7-265,8-7 1,4-9 0,4-5 0,3-4-690,5-6 1,3-2 0,1-9 71,1-3 0,6-9 0,3-10 897,3-3 0,-31 7 0,0-2 0,1 0 0,0 0 0</inkml:trace>
  <inkml:trace contextRef="#ctx0" brushRef="#br0">25041 11626 8062,'-15'-20'34,"1"1"1,-5-1-1,-2 2 1,-1-1 290,-4 1 1,-1 2 0,-2 3-17,0 4 0,-1-2 1,-2 6-1,-3 2 0,0 3 163,0 4 1,-4 8 0,4 12 0,-2 11-132,-3 10 0,-3 12 1,20-23-1,0 1 0,-2 2 1,-1 1-145,-2 2 0,0 1 0,0 5 0,0 0 0,-5 1 0,0 2 0,2-1 0,0 1-120,2-1 1,2 0-1,2-2 1,2-1 0,6-4-1,2 0 1,-4 32-19,11-9 1,21-10 0,12-17 0,17-8-280,14-8 0,14-5 0,-29-9 1,1-1-1,1-1 0,1-1-528,-1-1 1,0-1-1,2-1 1,1 0-1,-2-1 1,0 0 747,5-1 0,1 2 0,-1 1 0,-1 0 0,5 1 0,0-1 0,1 0 0,1-1 0,1 0 0,-1 0 0</inkml:trace>
  <inkml:trace contextRef="#ctx0" brushRef="#br0">23890 13410 8041,'-29'0'487,"7"-5"1,3 0-164,3 2 1,19 1-1,8 2 1,10 0 76,9 0 0,2 0 0,10 0 0,6 0 77,6 0 0,7-6 0,11-4 0,1-4-368,4-5 1,-2 1 0,-34 7 0,0 0 0,0 0 0,1 0-233,0-1 1,0 1 0,-1 2 0,0 1 0,0-2 0,-1 0 0,2 2 0,0 0-506,0 1 1,0 0 626,38-1 0,-8-5 0,-8 5 0</inkml:trace>
  <inkml:trace contextRef="#ctx0" brushRef="#br0">23876 13712 7942,'-43'-29'460,"-5"-4"1,0 2 0,1 9-183,3 11 0,4 20 0,8 9 0,14 4-207,15 2 1,25-6 0,21-1 0,17-5 91,8-8 1,-28-6-1,2-2 1,3-2 0,2-2-1,8-4 1,1 0-62,6-4 0,2 0 0,6-2 0,2-1 0,5-3 1,1-1-1,-23 8 0,-1-1 0,2 1-734,2-1 1,2-1 0,-1 2 0,1 0 0,0 0 0,1 2 631,2-1 0,1 2 0,1-1 0,3 1 0,2-1 0,-1 0 0,2-2 0,-1 1 0,0 0 0</inkml:trace>
  <inkml:trace contextRef="#ctx0" brushRef="#br0">30808 11266 7942,'-12'-21'0,"0"-4"-89,3-7 0,-1 3 0,-6-2 0,-1 8 588,-2 2 1,-1 2 0,4 6 0,-1 3 29,-2 5 0,4-1 0,7 3-304,2 4 1,-4 6-1,4 9 1,-2 3-64,-3 5 0,-2 9 1,-3 7-1,-2 5 9,-1 3 0,-6 7 0,1-1 0,-4 5-51,0 3 0,-1 12 0,2-2 0,3 1-122,5 1 0,9-4 1,5-1-1,5-5 21,5-5 1,9-11 0,12-14 0,6-7-65,6-8 0,9 0 0,2-11 0,1 0 33,-1-3 0,6-10 0,-3-6 0,3-5-50,-3-3 1,3-8 0,-6-1 0,2-5-166,4-4 1,4-1 0,0-5 0,-5-2-96,-3-3 1,-4 2 0,-7-7-1,-5-2 38,-5-1 0,-6 5 1,-14 3-1,-5 5 146,-4 5 0,-7-2 0,-5 6 1,-7 1 174,-6-2 1,-11 4 0,-8-2 0,-10 2 8,-8 2 0,1 1 0,-8-1 0,1 0 77,2 0 1,-4 2 0,8 3 0,4 7 17,3 5 0,9 1 0,2 6 0,9 2 153,9 2 0,10 7 1,10 4-1,5 4 24,5 5 0,5 5 0,7 10 1,4 4 162,1 4 1,-2 7 0,4 4-1,0 3-45,-2 1 1,0 3-1,-3 0 1,5 6-251,4 4 0,0-1 1,-13-31-1,-1 1 0,17 33-124,2-5 0,10-3 0,12-7 0,5-2-540,-27-30 0,1-2 0,37 17 1,1-15-1,-4-4-707,-5-5 0,-3 2 0,-13-10 0,-6 0-2211,-6-4 3396,-4-2 0,-9 4 0,-1 2 0</inkml:trace>
  <inkml:trace contextRef="#ctx0" brushRef="#br0">30060 12935 8131,'-43'-21'139,"8"5"0,6-1 0,10 4 623,8 3 1,8 7 0,14-2-1,15 4-350,14 1 1,15 0-1,13 0 1,4 0-275,4 0 0,-33-2 0,1-1 0,4 0 0,3-1 0,1 1 0,1-2-25,2 0 1,0-1 0,-1 1 0,-2-1-1,-5 0 1,0 1 0,-1 1 0,-1 0-85,-2 1 0,-1 0 0,2-3 0,0 0 0,33-2 0,-10-1-772,-10-1 1,-14 5 0,-9-3-3160,-4 2 3902,-7 1 0,-9-1 0,-8-2 0</inkml:trace>
  <inkml:trace contextRef="#ctx0" brushRef="#br0">29701 13122 8131,'-14'-11'0,"1"-5"753,3-5 0,4 8 0,9 1 0,10 4-61,15 4 1,17 4 0,22 4-1,12 2-383,-36-2 1,2 0 0,4-2-1,2-1 1,6 2 0,1-1 0,4-1-1,1 0-95,4-1 0,0 0 1,4 0-1,0 0 1,-4 0-1,-1 0 1,0-1-1,-1 0-288,1-1 1,-1-1 0,2 0 0,0 0 0,3-3 0,-1 1 0,-5 0 0,-1 2-262,-5-1 0,-1 1 335,-3 0 0,-1 1 0,-3 4 0,-1 1 0,-1 0 0,0-1 0,-2 0 0,1 1 0</inkml:trace>
  <inkml:trace contextRef="#ctx0" brushRef="#br0">17605 13223 9974,'0'8'2661,"0"0"-2240,0-3 1,1 3 0,4 6-252,5 0 1,-2 2 0,1 2 0,1 1-153,-2-1 1,5 4 0,-4 0-1,4 2-18,1 0 1,-1-1-1,-2 1 1,-1-3-113,1-1 1,-3-4 0,0 3 0,0-3 80,0-1 0,-5-6 1,2 1 446,-3 1 1,-2-3 549,0 2-274,0-7-409,0 3 0,3-7 0,5-2 1,8-5 128,5-5 1,11 0-1,11-11 1,9-3-128,9-5 1,5 0 0,6-6 0,-36 18-1,1 0-306,1-1 1,1 0 0,3-3-1,1 0 1,1 1 0,1 0-1,-2 1 1,-1 1-844,-3 0 1,0 2-1,27-12 1,-9 1 863,-7 4 0,-18 9 0,-5-4 0</inkml:trace>
  <inkml:trace contextRef="#ctx0" brushRef="#br0">18928 11309 8234,'0'-29'51,"0"1"0,0 0 0,0 4 998,0 5 17,0 3-388,0 2-573,0 6 0,2 6 1,1 9-1,3-1 52,2 0 0,-3 6 0,3-3 0,0 4 104,0 1 1,-3 2 0,3 2 0,-2 3-111,-3 1 1,4 2 0,-3 5 0,1 0-138,2-1 0,-6 1 1,6 0-1,-3-2-15,1-3 1,6 2 0,-3-7 0,2-1-70,0-2 0,-1-2 1,6-1-1,-1-2 159,0-2 0,1-5 0,-1 0 1,0-2 171,1-2 0,4 0 0,0 0 0,0-2-50,2-2 0,2 0 0,5-5 1,1-1-68,0 2 1,0-9-1,1 2 1,5-2-52,8-4-1,15-1 1,15-9 0,-30 15 0,1-1-127,4-2 1,3-1 0,2 0-1,1-1 1,3-2 0,1 1-1,-1-1 1,1 1-454,-1 0 0,1 1 0,-1 0 0,-1 2 0,-2 5 1,-1 2 486,-4 3 0,-2-1 0,0-1 0,-1 0 0,-5 5 0,0 2 0,1-1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8817 5280 8026,'0'-9'31,"0"-1"0,0 5 334,0-4 0,0 4 486,0-4-103,0 5-186,0-2-92,0 6-287,0 0 0,4 2-1,1 2 0,0 4 0,-5 7 0,0 1 59,0 3 1,0 10 0,0 11 0,0 6-121,0 7 1,0 3-1,0 3 1,0 2-60,0 1 1,-5-1-1,0-9 1,2-4-212,2-3 0,1-8 0,0-5 1,1-8-1980,4-10 1103,-3-6 0,4-9 0,-6-6 1025,0-7 0,0-7 0,0-8 0</inkml:trace>
  <inkml:trace contextRef="#ctx0" brushRef="#br0">8299 5424 7911,'-15'0'2,"1"-6"490,0-4 1,6 2 0,6 0 0,10 2-48,11 3 1,8-5 0,7 0-1,4-2-107,4 1 0,1 1 0,0-4 0,2 3-127,3-2 0,-3 3 0,1-2 0,-4 0-103,-4 2 0,2-4 1,6 4-1,2-2-428,-2 1 0,-2 5 0,-4 0 1,-2 2-715,2 2 1,-10 2-1,-3 2 1,-6 6-1149,-8 3 2182,-5 7 0,-8-4 0,0 5 0</inkml:trace>
  <inkml:trace contextRef="#ctx0" brushRef="#br0">8284 6345 8390,'2'8'666,"3"-3"0,11-3 0,13-4 1,9-3-406,8-4 0,12-4 0,7-2 0,2-1-516,1-3 1,-6 3-1,5-5 1,0 2-1177,-1 0 1,6-2 936,0 2 0,-7-10 1,5-7-1</inkml:trace>
  <inkml:trace contextRef="#ctx0" brushRef="#br0">9363 5798 7902,'-5'-28'752,"1"-1"1,-3 7-187,2 2 1,4 12-148,-4 8 1,3 12-1,4 8 1,1 1-298,2 0 1,1 4 0,-2-2-1,2 1-150,2 0 0,-3 0 0,4 3 0,1-1-68,-2-2 1,5-7-1,-5 4 1,1-2-129,1 0 0,-7 5 1,2-5-1,-2-3 161,2-4 1,-4 0-1,4-2 1,-5 1 168,-5-1 0,2-4 0,-6-6 0,-3 0 120,0 0 1,2-1 0,1-4-1,-1-5 24,2-3 1,0-3 0,5-3 0,-2-3-20,2-1 0,3-5 1,5 0-1,4-3-41,4-1 0,3 1 0,2 4 1,2 1-91,3 2 0,2 7 1,7-2-1,3 4-200,2 6 1,1 2 0,4 7-1,-2 0-13,-2 0 0,-1 7 0,1 2 1,-6 6-343,-6 4 0,-4-2 1,-6 6-1,-1-1-362,-7 1 1,0-4-1,-4 5 1,-2 1-1508,-5 2 2324,1 2 0,-11 0 0,5 0 0</inkml:trace>
  <inkml:trace contextRef="#ctx0" brushRef="#br0">10140 5755 7906,'0'-35'973,"0"5"1,0-2 458,0 6-261,0 5 1,0 15-643,0 6 1,0 6-1,0 9 1,0 1-123,0 3 1,0 3 0,0 7 0,1 1-228,4 4 0,-3 3 0,3 8 1,-4 1-85,-1 2 0,2 6 1,1-1-1,2 5-393,-2 4 0,-1-1 1,-2 4-1,-2 1-620,-3-1 0,-3-4 0,-5 0 1,2-8-203,2-10 0,-1-2 0,-3-9 433,4-5 1,-2-12 0,6-15 0,2-10 685,1-7 0,2-18 0,0-10 0</inkml:trace>
  <inkml:trace contextRef="#ctx0" brushRef="#br0">10183 5856 7906,'-6'-29'494,"4"2"0,-4 1 1,1 4 52,0 1 0,0 2 1,7 5-1,3-1-134,4 1 1,9 0 0,3-1 0,1-1-308,4-3 1,2 3-1,4-2 1,3 6-162,2 2 0,-5 7 0,2-2 0,-4 5-130,-1 5 1,-7 8 0,-3 7-1,-4 4 49,-6 7 0,-2-2 0,-7 6 0,-2-2 109,-3 1 1,-4 4 0,-10-4-1,-5-2 91,-4-2 1,-7-1 0,-3 0 0,-4-1-126,-1 1 0,0-6 0,0-4 0,1-3-338,4-2 0,3-6 0,8-3 0,4-5-796,9-5 1,6 2 1194,8-7 0,13-6 0,3-6 0</inkml:trace>
  <inkml:trace contextRef="#ctx0" brushRef="#br0">10701 5798 7851,'-13'-20'504,"3"-4"0,-1-2 0,6 2 307,2 5 0,3 9-549,5 6 1,3 4-1,6 4 82,1 6 0,-6 3 1,-1 3-1,0 1 13,0 2 0,-4 7 0,2-2 0,-1 2-190,0-2 1,4 3 0,-2-3 0,-1 3-159,0 2 0,5-7 0,-3-1 1,4-2-116,2 0 1,-3 0 0,10-4 0,-2-2-178,0-4 1,7-2 0,-2-7 0,3-2-136,2-3 1,0-4-1,-2-9 1,-2-4 91,-1-6 1,-4 1 0,0-9 0,-2-1 125,-5 0 0,-4-1 1,1-4-1,-5 4 344,-4 4 0,-1 10 1,-1 5-1,-3 3 610,0 2 0,-8 6 1,3 4-136,-4 8 1,-1 5 0,1 10 0,2 5-284,1 4 0,7 0 0,-3 1 0,1 0-301,0 0 0,0-2 0,7-2 0,1-1-279,2 2 1,11-4 0,-2 1 0,4-3-454,2-2 0,-2-4 0,6-2 318,2-3 1,-1-6-1,1 2 1,-2-5-1,1-5-148,2-4 1,2-10 0,-2-5-1,-1-4 276,-2 0 0,-2-6 0,4-1 0,-2-3 177,1-7 0,-4 2 0,-2-5 1,-4 1 373,-6-1 1,3 4 0,-8-1-1,-1 8 641,-1 8 1,-8 10 0,-4 0 537,-3 3 0,-1 8-875,0 3 1,1 5 0,3 5-310,5 5 0,2-1 0,0 6 0,-2 5-21,2 6 0,1 4 1,2 2-1,0 3-100,0 2 1,0 3 0,0 7 0,0 0-126,0 0 1,2-2 0,3-2-132,4 0 1,4 0 0,2-1-1,-1-4 1,2-4-662,3-4 0,-1-8 0,6-4 0,0-7-564,-2-6 0,5-5 0,-3-6 0,5-10 89,4-12 1,-2-7 0,2-10 1217,-2-3 0,-2-3 0,-1-6 0</inkml:trace>
  <inkml:trace contextRef="#ctx0" brushRef="#br0">11492 5798 8280,'-19'-1'0,"0"-2"1525,1-2 0,10-5-1104,8 5 0,13-6 0,12 3 0,6-1-200,2-1 0,7 1 0,-1-6-742,2 1 1,2 1 520,0 3 0,7-9 0,1 3 0</inkml:trace>
  <inkml:trace contextRef="#ctx0" brushRef="#br0">21934 5611 7953,'0'-9'0,"0"-1"-111,0-1 0,0-2 325,0-1 1,0-1 0,2 3 326,2 2 1,-2-3 1,3 4 0,-4 1-131,-1-2 0,0 5-87,0-4 1,-1 7-226,-4 2 0,-1 11 0,-6 10 1,3 1 4,-2 4 1,-7 3 0,-1 3-1,3 3-36,5 2 0,-2 1 0,5 5 1,0-1-87,3-4 0,5 2 1,5-5-1,6 1-107,7-1 1,4-3-1,7-8 1,0-7-42,-1-6 0,-4-4 1,2-7-1,1 0 100,0 0 1,5-8 0,-8-5-1,2-6 40,-2-4 0,1-1 0,-6-4 0,-1-1 27,-2 0 1,-3-4 0,-2-3 0,-3 0 24,-2-4 1,-1 3 0,-6 0 0,-6 0 63,-7 1 0,-2 4 0,-8-2 0,-2 5-70,-1 5 1,-6 8 0,-3 8 0,0 2-162,-4 3 0,-2 12 0,-1 7 0,0 7-878,0 7 0,11 0 1018,3 9 0,16-7 0,0 3 0</inkml:trace>
  <inkml:trace contextRef="#ctx0" brushRef="#br0">22653 5482 7902,'0'-14'165,"0"4"0,-1 2 1,-3 0 767,0 0 0,-3 6-575,2 2 0,4 7 0,-4 9 0,3 3 32,2 5 0,0 5 0,0 3-202,0 1 0,0 6 1,0-4-1,0 0 0,0 2-77,0-1 0,0-4 1,2 2-1,1-4-173,2-1 0,6 0 0,-1-2 0,3-3-136,1-5 1,0-4 0,2-4 0,2-3 14,1-2 1,8-3 0,2-7 0,6-6-42,2-3 1,4-9 0,-2-5 0,2-7 78,3-3 1,-6 4 0,-1-6-1,-4-2 138,-6-5 1,1 1 0,-11-3-1,-3 5 232,-2 4 0,-9 4 1,2 8-1,-5 1 135,-5 2 1,-2 12 0,-4-1 163,2 5 1,-1 3-1,-3 7-296,4 2 1,-2 9 0,4 8 0,1 1-262,-1 4 1,-2 3 0,4 3 0,2 3-249,1 2 0,2-5 0,2 3-83,3 0 1,3-5 0,6 4 0,2-5-1,3-4-114,5-1 1,3-11-1,4 0 1,1-5 35,1-5 1,9-1 0,-1-6 0,6-4 152,-1-6 1,-3-10-1,-3 0 1,-3-5 151,-2-4 1,-3 1 0,-8-5-1,-5 0 82,-3 0 1,-2-3 0,-1-4 0,-3-1 19,-5 3 0,-5 9 0,-4-1 0,-2 5 647,-2 5 1,-2 4 0,-4 7 3228,0 3-1697,-1 4-1786,7 6 0,-3 6 0,6 4-95,2 3 0,0 7 0,0 4 1,-2 4-36,2 0 0,1 6 0,2 1 0,0 2-114,0 3 1,0-3 0,0-1-1,0 1-433,0 0 1,2-4 0,3 3 0,4-4-646,4-5 0,1-8 0,2 0 1,3-4-56,5-6 1,4-2 0,0-9 0,3-4 1018,2-9 0,4-12 0,6-10 0</inkml:trace>
  <inkml:trace contextRef="#ctx0" brushRef="#br0">23631 5568 7907,'-14'-19'845,"-1"0"1,6 0-319,-1 4 1,15 7 0,5 2-1,12 1-686,10 0 0,5-4 0,6 2 0,0 1-746,0 0 0,2-4 905,3 5 0,3-6 0,7 3 0</inkml:trace>
  <inkml:trace contextRef="#ctx0" brushRef="#br0">24408 5424 7971,'-14'-28'551,"4"5"1,2 4 2383,2 3-2502,1 8 0,5 8 0,0 11 0,0 7-70,0 6 1,-2 5 0,-1 4 0,-2 7-106,2 6 0,-3 1 0,1 4 0,0 0-122,-1 0 1,4-3 0,-3 5-1,4 0-435,1-2 1,-2 3 0,-1-6 0,-2 0-447,2 2 1,1-12-1,2 1 1,-1-9-604,-4-6 0,3-3 0,-4-9-953,-1-2 2301,6-4 0,-6-18 0,7-4 0</inkml:trace>
  <inkml:trace contextRef="#ctx0" brushRef="#br0">24293 5669 7971,'-18'-29'272,"4"0"0,3 2 388,3 3 1,1 3-1,7 7-179,0 0 1,7 4 0,5 1 0,9-1-283,8 2 0,5-5 0,-2 5 0,1 0-278,-1 3 1,-2 4 0,-1 1 0,0 0-172,0 0 0,-8 8 0,-6 5 1,-5 6 41,-4 3 1,-1 2 0,-6 5 0,-4 0 39,-5-1 1,-4 0-1,-4-3 1,-2-1 43,-3 2 0,1-5 0,-4-2 0,2-3-186,-1-2 1,-4-1-1,-3-2 1,-2-3-796,2-2 0,8-1 1105,5-5 0,3 0 0,2 0 0</inkml:trace>
  <inkml:trace contextRef="#ctx0" brushRef="#br0">24724 5583 7900,'0'-16'545,"0"-4"0,0 4 379,0-3 1,2 10-539,3 4 0,-4 6 0,4 7 0,-3 7-162,-2 1 0,0 6 1,0 2-1,0 2-165,0-2 1,0 3 0,1-3 0,3 2-95,0-2 0,3-2 1,-4-5-1,3 3-23,2-3 1,2 2-1,4-3 1,2-4-113,3-4 1,-1 1 0,6-4 0,2-2-29,1-1 0,0-7 0,-2-3 0,-1-3-27,2-5 1,-5-3 0,-2-1 0,-3-4 128,-2-3 0,-4-1 0,-2-1 0,-2 2 149,-3 3 0,-1-2 0,-2 7 0,0 0 358,0-2 1,-2 10 0,-2-2-11,-6 5 1,2 3 0,0 7 0,0 2-101,0 6 0,5 3 1,-3 3-1,1 1-274,0 3 0,0 4 1,5-4-1,0 1-431,0 0 1,2 3-1,3-5 1,3 0 147,0 2 1,4-5 0,-1 2 0,5-6-41,4-2 0,0-5 0,-2 3 0,3-2 71,1-3 1,2-3-1,5-4 1,0-6 94,-1-3 0,-4-3 0,0-1 0,0-4 59,-1-2 1,2 0-1,-6-6 1,-1 0 19,-2 0 1,-2-4-1,-1-3 236,-3 0 1,-4 4-1,-6-2 1,0 4 0,0 1 327,0 0 0,-6 7 0,-2 3 0,-2 3 496,1 1 0,4 7-488,-5 3 1,2 5 0,-3 4-281,1 0 1,7 12 0,-2 0 0,4 4-55,1 0 0,0 11 0,0-2 1,0 3-236,0 3 1,0-3-1,0 4 1,1 1-309,4 0 1,-2 0 0,7 3 0,3-4-401,4 0 0,1-3 0,8-6 0,2-4-156,4-9 0,3-1 0,-1-8 0,4-4 912,4-4 0,7-18 0,3-9 0</inkml:trace>
  <inkml:trace contextRef="#ctx0" brushRef="#br0">25602 5568 7939,'-37'-6'532,"3"-4"0,10 4 0,5 1 62,3 3 0,11 2 0,12-1 1,15-4-362,13-5 0,18-4 1,6-5-234,5-5 0,-22 5 0,2-2 0,4-1 0,0-1 0</inkml:trace>
  <inkml:trace contextRef="#ctx0" brushRef="#br0">12628 5942 7681,'-5'-9'382,"1"-1"0,-3 7 222,2-2 319,4 4-213,-6-6 0,9 6-303,3-4 1,3 3-1,6 2-214,1 0 0,-6 0 0,1 0 0,2 0-91,6 0 1,4-5 0,9 1 0,4 0-326,8 3 0,7-4 1,7 0-1,1 0-105,-1-1 1,6 3-1,-1-5 1,-1 0-89,-2 0 1,-2 5-1,1-4 1,-2 2-27,-3 1 0,-6-1 0,-8 5 0,-7 0-311,-7 0 0,-1-2 753,-9-3 0,-4 4 0,-18-12 0,-1 5 0</inkml:trace>
  <inkml:trace contextRef="#ctx0" brushRef="#br0">12887 5827 8102,'-14'0'-102,"-1"0"1,1 0 14,0 0 1,7 0 298,7 0 0,8 0 1,11 0-1,5 0 239,3 0 1,7 0-1,1 0 1,0-1-182,0-4 1,4 2 0,-4-5-1,0 0-204,0 0 0,5 3 0,-1-3 0,2 1-175,2 4 0,5-3 0,0 1 0,-1 2-58,-3 1 1,-5 2 0,-1 0 0,0-1-152,-1-4 0,-3 3 0,-9-4 0,-2 1 318,-3 0 0,6-6 0,-4 3 0</inkml:trace>
  <inkml:trace contextRef="#ctx0" brushRef="#br0">13649 5525 7817,'-14'-6'0,"0"-2"82,-1 0 0,1-3 0,-1 6 1415,1 2-1244,0 1 0,12 2 0,7 2 0,6 1 22,3 2 1,1 6-1,-1-3 1,1 1 38,-1 1 0,0-1 1,1 6-168,-1-1 0,0-4 0,-1-1 0,-2 3 0,-1 0-86,1 3 1,0-6 0,1 1 0,-3 1-192,2 2 0,2-3 0,2-2 0,-1 0-181,0 0 1,1 0-1,1 1 1,1-2 78,2-1 0,2-4 0,-3 2 0,1-1 104,-1 2 1,-2-3 0,-2 3 371,0-4 1,-6 1 54,-3 3 0,-15 1 0,-5 5 1,-6 0 28,-5 5 1,-3 0 0,-4 8 0,-6 2-336,-2 1 0,-4 8 1,-3 5-1,-4 7-170,-4 5 1,25-23 0,-1 0 0,2 1 0,0 1 176,1-1 0,2 2 0,-3 5 0,2 1 0,2-1 0,1 0 0</inkml:trace>
  <inkml:trace contextRef="#ctx0" brushRef="#br0">20050 5798 8003,'8'-6'-913,"-2"3"2460,-6-7-490,0 7-307,0-3-240,0 6 1,2 0-267,3 0 1,3 0 0,8 0 0,3 0-80,5 0 0,3-2 1,3-1-1,4-2-121,4 2 0,10-4 1,5 1-1,1 0-270,-1-1 1,1-2 0,-6 4 0,-1 0-233,-3-1 1,-7 4-1,-5-3 1,-6 4-844,-7 1 0,-8 0 1301,-1 0 0,-14 0 0,3 0 0</inkml:trace>
  <inkml:trace contextRef="#ctx0" brushRef="#br0">20697 5482 7676,'-2'-13'34,"-2"4"1,2-4 0,-4 5 815,-1 0 0,4 1-558,-6 7 0,5 2 1,0 3-1,2 4 33,2 4 0,0 2 1,0-1-54,0 0 0,2 1 0,2-1 0,6-1-90,3-4 1,6 3 0,2-6 0,1 0-91,4 1 1,1 2 0,2-4-1,1 0-70,3 1 0,-2-2 0,2 4 0,-2 0-184,-3 0 1,1-4 0,-2 4-1,-1 0-123,-2 0 0,-8-3 1,0 3 91,-5-1 1,-8 4 268,2-2 1,-5-1-1,-6 2 1,-7 0 25,-5-2 0,-14 9 0,-1-3 0,-9 6-776,-6 5 0,-9 1 674,-10 12 0,29-13 0,-1 1 0,-1 4 0,0-1 0</inkml:trace>
  <inkml:trace contextRef="#ctx0" brushRef="#br0">20568 5482 7981,'-15'0'-677,"1"-5"0,-1-1 1005,1-2 56,6 5 1,2-5 717,6 3-189,0 3-694,0-4 1,1 6-1,2 1 1,4 3-26,1 0 0,1 1 0,6-3 0,1 1-87,3 2 1,-1 4 0,6-2 0,1-1-107,2 1 1,2 4 0,-2-2 0,-1 4-271,-2 1 0,0 1 0,5 1 73,-1 3 0,1-3 0,0 5 1,0-2-1,-1 2-133,1 1 0,-2-9 1,-1 1-1,-4-1-51,-1 0 0,3-5 149,-5-3 373,-6-4 1,-8-2 0,-10-3 51,-5 0 1,-2-1 0,-3 3 0,1-1 41,-1-2 0,-5 1 1,-4 5-1,-4 2-102,0 2 0,-1 6 1,0-1-1,-1 4-70,-4 5 0,-1-1 0,-3 6 0,3 3-111,-1 5 1,1 0-1,-5 7 1,4-1-486,0-1 0,4 3 1,8-5 531,5 2 0,-3-5 0,0 3 0</inkml:trace>
  <inkml:trace contextRef="#ctx0" brushRef="#br0">20582 5755 7953,'-2'-14'402,"-1"0"597,-2-1-767,1 7 0,5 2 1,6 6 61,7 0 1,2 5-1,6 1 1,1 0-361,-1 1 0,4-1 0,6-3 1,4 2-2156,6-2 2221,-2-1 0,16-2 0,-5 0 0</inkml:trace>
  <inkml:trace contextRef="#ctx0" brushRef="#br0">15001 5021 8030,'0'-15'-101,"0"-3"1,0-1 383,0 1 0,0 2 1,0 2 497,0-1 0,-1 7 0,-4 4-210,-5 2 0,2 8 0,0 6 0,0 7-198,0 10 1,0 1 0,-3 8 0,3 2-217,2 2 0,-4 6 1,5 1-1,1 1-332,-3-1 1,6 1-1,-4-2 1,3 5-306,2 3 1,0-4 0,0 0-1,0-4-453,0-7 1,0-3-1,0-7-195,0-2 1,5-7 924,0-17 0,1-7 1,-3-14-1,2-3 112,-2-5 1,-1-3 0,-2-3 0,0-2 213,0-2 0,0-6 0,0 2 0,-2-6 291,-2-3 1,0 3 0,-4 0 0,2 5 211,3 4 0,-4-3 0,3 4-219,1 2 0,1 3 0,2 5 1,2 5-1,2 3-78,6 2 0,4 1 0,5 2 0,5 1-122,4-1 0,0-2 1,1 0-1,0 2-72,0 2 0,-2 1 0,-2-3 0,1 1-427,4-1 1,-6 4 0,5 1 0,0 1-588,3 0 1,-2-4 0,4 4-1,-4 2 199,-1 1 0,-5 2 0,-3 2 1,-5 3-241,-8 4 1,-8 6 919,-10 4 0,-12 3 0,-15 7 0</inkml:trace>
  <inkml:trace contextRef="#ctx0" brushRef="#br0">14915 5511 8030,'-6'-15'547,"4"1"0,-3 0-5,4-1 0,2 1 0,6 1-421,7 3 0,0 2 1,6 5-1,-3-2-130,2 2 1,-3 2 0,5 1 0,-2 1 8,0 4 0,7 3 0,-4 6 0</inkml:trace>
  <inkml:trace contextRef="#ctx0" brushRef="#br0">15490 5352 8018,'-14'-4'0,"0"-3"1144,-1-1 1,6 5-768,-1-2 0,7 10 0,-2 5 1,3 4-222,2 5 1,0-1 0,0 6 0,2 0-241,3-2 0,-2 4 0,5-6 0,-2 1-397,-2 0 1,2 3 0,-1-5-1,-2-1-551,-1-2 1,-2-2 1031,0 1 0,0-7 0,0-2 0</inkml:trace>
  <inkml:trace contextRef="#ctx0" brushRef="#br0">15620 5137 8261,'-10'-20'1491,"1"1"-1644,5 0 1,-2 13 0,8 6-561,2 8 713,-2 4 0,17 9 0,-3 2 0</inkml:trace>
  <inkml:trace contextRef="#ctx0" brushRef="#br0">16181 5266 8208,'-15'-11'377,"1"-3"0,0-2 0,-1 4 0,1 4 318,-1 2 0,6 1 0,-1 5-398,-1 0 1,3 2 0,-1 3 0,-1 4-222,2 4 0,-3 6 0,4 2 1,1 1-230,0 4 1,-6-4 0,4 2 0,-1 2-557,-1 1 0,1 2 0,-4 0 0,2-1-285,1 1 0,0-2 0,-4-3 994,0-5 0,-1 4 0,1-1 0</inkml:trace>
  <inkml:trace contextRef="#ctx0" brushRef="#br0">15821 5324 8018,'0'-15'527,"0"1"1542,0-1-1617,0 1 0,5 8 0,1 4 0,2 7-68,4 3 1,2 1 0,4 6 0,2-1-261,3 1 0,1-1 1,4 0-1,1 2-357,0 4 0,1-4 1,2 3-1,2-3-408,-2-2 0,-2-1 0,-1-2 0,-2-1-21,-3 1 0,2-3 1,-7 0 271,-2-2 1,-1-1 0,-3-7 360,-3-2 0,-2-6 0,-5-7 0,2-4 177,-2-2 1,3-1 0,-1-4 0,-2 0 345,-1 4 1,-2-3 0,0 5-1,0-1 294,0 4 1,0 3-1,-2 4-212,-2 2 1,-4 4-1,-7 7-280,1 4 0,-1 3 1,3 8-1,0 1-279,3 3 0,6 0 0,-2 0 0,3 2-267,2 0 0,0 4 0,2-5 1,3 0-299,4-1 1,12 0 0,8-6-1,11-1-17,11-4 0,8-4 1,14-10-1,4-4 242,-36 3 1,0-1 0,31-9-1,-7-3 1,-9-4 73,-8 1 1,-5-4-1,-4 6 1,-6-1 173,-3 0 0,-9 2 0,-6 4 0,-7 1 394,-2 0 1,-6 4 0,0 2-1,-8 2 332,-5 3 1,-3-4 0,-1 2 0,-4 2-60,-2 2 1,1 1 0,-3 0-1,1 1-195,-2 4 1,5 1-1,2 7 1,3 0-287,2 3 1,-1 1 0,1-2-1,1-1-277,4 1 0,2 4 0,7 0 0,0-1-260,0-2 0,2-2 1,3-1-1,4-2 125,4-1 0,8-7 0,1 0 0,2-6 200,0-7 1,0-4-1,5-5 1,0-5 69,-1-4 0,-4 0 1,0-1-1,0 0 72,-1 0 0,-3-6 0,-5-2 1,-2-1 171,-4 0 1,-2 4 0,-7-3 0,0 2 125,0 3 1,-7 3 0,-2 5 0,-4 7 191,-2 6 0,1-1 0,0 8 160,-1 0 1,2 4-1,2 5-339,2 5 1,5 3-1,0 3 1,2 3 3,2 5 0,0 5 0,0 4 1,0 5-485,0 4 1,0 1 0,0 2-1,0 3-338,0 5 1,0 9 0,0 7 0,0 6 465,0 6 0,-3-35 0,0 0 0,-1 1 0,0 0 0</inkml:trace>
  <inkml:trace contextRef="#ctx0" brushRef="#br0">16123 6158 8018,'0'-29'428,"0"1"1,0 0-1,0 4 1,0 5 500,0 3 0,0 2 280,0-1 1,-1 9-764,-4 6 1,3 13 0,-3 11 0,4 5-107,1 4 1,-5 4 0,-1 8 0,-1 1-199,1 2 0,-1 2 1,4-4-449,-1 2 1,-6 0 0,4-5 0,-1-1 0,-1-1-1071,0 2 0,5-7 0,-3 5 1,1-4-2172,0-5 3547,-6-2 0,3-7 0,-7-3 0</inkml:trace>
  <inkml:trace contextRef="#ctx0" brushRef="#br0">16051 6273 8190,'-14'-29'292,"0"1"1,4 7 0,2 5 418,2 5 1,2 8 0,11-4-426,7 1 0,1 4 0,5-3 0,1 2-300,3-2 1,3 4-1,2-4-70,0 3 0,0 2 1,-2 0-1,-3 0 0,-4 2-150,1 3 1,-6 8-1,-1 6 1,-8 0 106,-4 2 0,-4-4 0,-2 7 0,-8 0 196,-5-1 0,-6 2 0,-5-6 0,-1-1-128,0-2 0,0-2 1,1 1-1,-1-2-491,0-4 0,7-2 1,3-7 549,3 0 0,14 0 0,4 0 0</inkml:trace>
  <inkml:trace contextRef="#ctx0" brushRef="#br0">16497 6244 8018,'-14'-19'0,"-1"2"1130,1 4 342,6-1 0,3 14-1168,10 0 1,3 1 0,6 9 0,1-1-378,-1-1 1,5 5-1,1-3 1,-1 1-253,2-2 1,-6 4 0,6-3 0,-2 1 124,1-1 1,-3 2-1,-6-2 1,-1 3-86,1 1 0,-3-1 1,0-2-1,-1-1 224,-4 1 0,-3 0 0,-5 0 0,-5-3 301,-2-1 1,-3 2-1,1-4 1,-1-2 30,1-1 1,-4-4 0,2-1-1,5-3-115,3-2 0,-1-2 0,4-4 0,2-1-65,1 1 1,4 0-1,1-1 1,3 1-121,2-1 0,2 6 0,4 1-29,1 1 0,-1 3 0,2 4 0,2 0 39,1 0 0,0 4 0,-5 3 0,2 1 61,3 3 0,-3 2 1,4 0-1,-4-2 57,-2-2 0,0 1 1,1 4-1,-1-1-5,1-3 1,-3 3-1,0-5 1,-3 1-210,2 1 1,-3-5 0,2 3-168,1-2 0,-3-1 0,2-5 145,1 0 0,-5-2 0,1-3 0,-3-4 102,1-4 0,0-1 0,-5-1 1,0 1 287,0-1 1,0-1 0,0-1 0,-2-2 136,-2 1 1,-4 2-1,-7 3 1,1 2-253,-1 1 1,1 7 0,0-2 0,-2 4-747,-3 1 1,3 0 0,-4 1-1,6 4-1340,4 5 1,-1 3 1947,6 1 0,1 0 0,4 1 0</inkml:trace>
  <inkml:trace contextRef="#ctx0" brushRef="#br0">17562 6129 8018,'-10'-22'173,"0"3"1,6 3 0,-6 3 569,-1 3 1,-2 4 0,-1 6-130,-1 0 1,1 2 0,-1 1-307,1 2 1,5 6 0,-1 0-84,-1 7 1,3-2-1,-2 4 1,1 1-1,1 2 15,3-1 0,-2 5 1,3-5-1,0 2-283,3 0 0,6-6 0,1 3 0,2-2-53,3 0 1,7-1 0,3-7-1,1-3-83,3-2 0,3-1 0,0-5 1,1 0-29,0 0 1,0-6 0,1-4 0,2-3-126,2-1 0,-1-7 1,-4-3-1,0-3 66,-1-2 1,-5-4-1,-4-1 1,-5 2 254,-4 2 0,-4 3 0,-6 3 1,-1 6 340,-4 7 0,-8 0 1,-8 6-1,-1 3 106,-4 5 0,4 7 0,0 9 0,1 5 89,3 3 0,2-3 0,4 0 0,0 2-468,3 1 1,6 0 0,-2-1 0,5-2-998,5 1 0,4-4 0,12-2-23,8-3 1,8-8-1,12-3 1,9-3 962,7-2 0,5-19 0,2-5 0</inkml:trace>
  <inkml:trace contextRef="#ctx0" brushRef="#br0">18612 5957 8018,'-15'-7'293,"1"-2"1,-1-4 452,1-1 0,-2 6 0,-2 1 0,-2 2-203,-3 1 1,1-1-1,-4 5 1,2 1-128,-1 4 1,-2 3 0,-1 7 0,4 1-307,5 3 1,5-3 0,3 4 0,3 0-281,1-1 1,3 0 0,4-5 0,1 2-132,4 4 1,5-4 0,7 1 0,4-4-90,1-3 0,1-2 0,2 3 0,-1-3-72,2-2 1,-1 4 0,1-4 0,-4 1 171,-1-1 0,-2 5 0,-4-3 1,-1 2 289,0-1 0,-6 1 0,-3 4 1,-3 1 62,-2-1 0,-8 0 0,-8 1 0,-11-1-93,-10 1 0,0-1 0,0-1 0,2-2-146,3-1 1,3-7 0,5 2-1,7-5-567,6-5 1,4-8 742,7-6 0,7-13 0,1 1 0</inkml:trace>
  <inkml:trace contextRef="#ctx0" brushRef="#br0">18985 5899 8018,'0'-14'0,"0"-1"1139,0 1 1,0 0-372,0-1 1,-1 2-1,-4 4-166,-5 4 1,-2-1 0,-3 1-374,1 2 0,4 7 0,1 6 0,-2 4-48,-2 6 1,0-3 0,2 7-1,3 3-85,1 5 0,3-3 0,4 1 0,0-4-397,0 0 0,0-1 0,1-1 1,6-5-110,7-3 0,2-6 0,8-2 0,2 0 173,1 0 1,6-5 0,1 2 0,-2-3 150,-2-2 0,-6 6 1,-1 2-1,-4 2 205,-7-1 1,-4 1-1,-9 4 1,-6 2 76,-7 3 0,-13-3 0,-11 3 0,-6-3-224,-4-1 1,2-1 0,-5-1 0,0-3-514,0-6 541,4-2 0,-9-2 0,5 0 0</inkml:trace>
  <inkml:trace contextRef="#ctx0" brushRef="#br0">20050 7439 8017,'0'-24'-344,"0"0"1,0 6 0,0-1 50,0 3 562,0 2 352,0 6 985,0 1-1188,0 20 1,0-8-181,0 9 0,0-3 1,0 4-1,1-1-13,4 1 1,-3 1 0,3 3-1,-4 5-128,-1 3 0,0 8 0,2 5 1,1 6-74,2 7 1,0 5 0,-5 4 0,1 5-63,4 4 1,-3-1 0,2-3 0,-2-5 8,-2-2 1,0-11-1,2-6 1,1-9-41,2-9 1,-1-4 132,-4-6-48,0-7 0,0-4-13,0-8 14,0 2-39,0-4 0,0 4 83,0-3 278,0 4-221,0-6 1,2 9 0,3 1 0,4 2 4,4-2 0,3-1 0,3-2 1,7 0-24,6 0 1,13 0 0,14 0 0,11 0-78,10 0 1,-36 0-1,1 0 1,2-1-1,1 0 1,1-1-1,1-1-47,3-1 1,1-1 0,3-2 0,1 1 0,2-1-1,0-1-49,0 2 0,0-2 0,-4-1 0,-2-1 0,-7 0 1,-1 1-1,-1 0 0,1 0 0,0 1 0,0 0-6,2 0 1,-1 2 0,-5 1 0,-1 0 0,37-3 0,-12 0-44,-14 0 0,-7 5 0,-7-3 1,-6 1 25,-6 0 1,-5-5-1,-7 6 1,1-1-104,-1-2 1,-5 6-818,1-4-1442,-7 3 2458,4 2 0,-7 0 0</inkml:trace>
  <inkml:trace contextRef="#ctx0" brushRef="#br0">21747 7798 7962,'-14'-6'470,"-1"-4"1,6-1-112,-1 2 1,7 4 31,-2 10 0,4 3 1,1 6-1,0 0-10,0 1 1,4-1-1,3 1 1,1-3-112,3-2 0,8 3 0,5-4 0,3 4-55,2 2 0,1-6 1,2 1-1,3-1-42,2-1 0,2 5 1,4-5-1,0 2-70,0-1 1,2 2 0,-1 7-1,0 1-226,-8-1 1,-5-2 0,-7 0 0,-5 1-160,-3 3 0,-8-1 0,-3-5-65,-4 1 1,-1-6 226,0 1 1,-1-7 210,-4 2 0,2-4 234,-7-1 1,5 0-1,-4 0-58,-2 0 1,-7 0-1,-3 2 1,-1 4 71,-4 9 0,-7 5 0,-6 11 1,-2 2-221,-2 6 1,-7 15 0,24-23-1,-1 0 1,-1 4 0,0 1-308,0 2 0,-1 1 0,-1 0 1,1 1-1,-1 3 0,-1 1 1,-1-1-1,0 0-98,7-10 71</inkml:trace>
  <inkml:trace contextRef="#ctx0" brushRef="#br0">23300 7597 7963,'0'-29'302,"-1"5"1,-2 2 0,-4 3 948,-1 6 1,3 5-598,-4 8 0,6 1 1,-2 4-324,3 5 1,2 3 0,0 1-1,0 2-110,0 3 1,5 4-1,0 5 1,0 3-165,1 2 1,-4 4-1,4 5-141,0-4 0,-4 4 1,3-6-1,-4 3 0,-1-1-627,0 2 1,5-5 0,0-1 0,-2-4-1028,-1-1 1,-2-7-148,0-2 1885,0-11 0,-7-2 0,-1-7 0</inkml:trace>
  <inkml:trace contextRef="#ctx0" brushRef="#br0">23300 7683 7963,'-12'-28'160,"0"0"1,4 4 2318,2 5-2123,1 3 1,7 3-1,4 4 1,9 2-154,7 1 0,12 3 0,4-5 0,3 0-38,3 0 0,5 5 1,4-2-273,3 3 1,0 4 0,-5 3 0,-8 4 0,-8 6-167,-4 4 0,-11 8 0,-5 7 0,-9-1 181,-4 2 1,-4 0-1,-3 5 1,-6-3 97,-6-2 0,-7 5 1,-12-3 63,-7 0 1,-3 4 0,-10-4-1,-3 0 1,0-3-7,0-4 0,7-8 1,5-2-1,3-6-249,6-4 0,4-4 1,12-8-312,8-2 0,7-4 1,12-7-1,5 1 496,2-1 0,9-12 0,2-3 0</inkml:trace>
  <inkml:trace contextRef="#ctx0" brushRef="#br0">23948 8014 7963,'-7'-14'208,"-2"-1"1,1 3 0,0 5-1,1 10 553,4 10 0,2 6 1,1-1-338,0 1 0,4 0 0,3-4-107,1-1 0,-4-6 0,6-1-189,1-1 0,2-4 0,1 2-173,1-2 0,-1-8 0,1-6 0,1-5-92,3-7 1,-3-3 0,3-2-1,-2-2 65,3-2 1,-9-2 0,2-4-1,-4 6 124,-1 2 1,-5 9-1,1 3 202,-8 3 1,-8 8 0,-9 3 0,-2 7 0,-2 6 82,-2 6 0,4 5 0,4-1 0,3 3-282,2 1 1,4 2 0,2 3 0,2-1-22,3-2 0,7-2 0,6 4 0,3-4-192,1-1 0,7 1 0,3-6 0,3-3-114,2 0 0,1-7 1,2-1-1,3-3 57,2-2 0,-3-4 0,2-4 0,1-8 128,0-4 0,-5-6 0,0-6 0,-5-3-1,-3-2 0,-5-1 0,4-5 1,-3-1 22,-2 1 1,-2 0 0,-2 0-1,-1 0 148,-3 0 0,1 6 0,-6 5 1,-4 6 534,-4 7 1,0 3 0,-7 3 269,-1 4 1,3 2-537,-2 7 0,2 7 0,-1 4-135,4 6 0,-1 6 0,-1 7 0,1 2 1,0 3-53,2 2 0,3-3 1,1 4-1,0 0-292,0-1 1,0 3 0,1-6-1,4-2-133,5-2 1,4-1 0,4-2 0,4-3-79,5-5 0,0-4 0,12-6 1,1-4-84,1-3 1,2-9 0,1-4 0,-1-7 39,0-6 1,-5-3-1,-3-1 1,-4-1 297,-9 0 0,-6 2 0,-6 3 0,-6 5 513,-2 3 0,-4 6 0,-4 2 140,-8 2 1,-1 1 0,-4 6 0,3 3 74,2 0 1,-1 8 0,1-3-452,0 4 0,4 6 0,2 0 0,2-1 0,2 0-245,3 1 1,1-3 0,1 3 0,4-3-426,5-2 0,4-1 0,5-3 0,5-6-701,4-2 0,2-4 1,5-2-1,7-9-79,4-9-1,10-4 1,0-12 1256,5-2 0,7-2 0,-2-1 0</inkml:trace>
  <inkml:trace contextRef="#ctx0" brushRef="#br0">24552 7698 7963,'0'-24'535,"0"1"863,0 3-1267,0 0 0,11 8 1,7 0-1,5 4 0,9 0-847,4 0 1,10 4-1,10-4 716,5 1 0,14-4 0,-2 3 0</inkml:trace>
  <inkml:trace contextRef="#ctx0" brushRef="#br0">25271 7683 7963,'-22'-28'994,"2"5"0,9 6-865,2 5 0,5 12 1,1 8-1,5 2 305,3 0 1,7-1-1,1 6 1,6-1-136,4 0 1,-3-4 0,8-1 0,2 3-370,0 0 0,2 1 0,0-2 0,2-1-81,-2 1 1,-2 2 0,-1 1 0,-2-1-125,-3-3 0,2 3 0,-9-4 0,-4 4-48,-7 1 1,-6 7 0,-6 2 345,-8-1 0,-6-6 0,-5-8 1,1 0 295,-2 0 0,4-5 1,0 2-1,1-5-67,3-5 1,2 2-1,3-7 1,4-3 44,4-4 0,3-1 0,6-4 0,4 0-384,6-1 0,12-1 0,1-3 1,6 1-407,4 2 0,-3 7 0,2-2 0,1 3-39,0 1 0,-5 3 0,0 2 0,-7 4-88,-5-1 1,-4 6 743,-2-4 0,-1 5 966,-4 5 0,-4-4 2034,-10 4-2340,4-3 1,-10-1-455,6 4 0,0-2-142,5 7 1,5-1 0,1 6-240,2-1 0,-3 0 1,3 1-1,0-1-240,0 1 1,-3 4 0,3 0 0,-2-1-7,-3-2 0,4 3 1,-3 0-1,0-1 118,-3-2 1,-1-7 402,0 1 0,-1-7 1,-4 2-68,-5-4 1,4-7 0,0-4 0,1-2 142,0-3 1,0-4-1,5-2 1,2 0-153,3 1 1,-2 0 0,6 6 0,1 0-119,-2-1 1,5 2-1,-4 4 1,4 4-100,1 3 0,2 2 1,2 0-1,1 0-29,-1 0 1,-2 7-1,0 2 1,1 4-101,2 2 1,1-1 0,-6 0 0,0 1-44,1-1 0,-2 1 0,-2-3 0,-3 0-279,-2-3 1,4-4 523,-5 5 0,-2-7 107,-8 2 1,3-5 0,-2-5 0,2-5 32,2-3 0,-5-1 0,0 0 1,2-1 62,2 1 1,5-1-1,3 1-86,1 0 0,-3 1 1,4 2-1,2 3 1,1 0 96,-3 0 1,4 4-1,-4 0 3,4 2 1,-3 2 0,-1 2 55,3 2 0,0 4-336,3 7 0,-1-2 0,-1-2 1,-2-3-259,-1-2 0,-1 4 0,6-5 0,1-2-29,3-2 1,-3-1 0,3 0 0,-1-1 175,1-4 1,-3-1 0,1-6 0,-4 3 108,-3-2 1,-1-2 0,4-2 756,-3 1 1,-4 4 198,-6 1 0,0 7-594,0 2 1,0 7-1,0 7-691,0 0 0,0 1 0,2-1-243,2 1 1,4-6 0,8-1 0,4-1-422,4-4 0,4-2 0,6-2 0,3-4 1054,-1-5 0,6-9 0,-5-3 0</inkml:trace>
  <inkml:trace contextRef="#ctx0" brushRef="#br0">26738 7511 8362,'-27'-15'0,"3"1"696,5-1 0,3 7-17,1 4 1,7 4-1173,4 4 1,8 0 0,7 4 0,5 0 492,4 0 0,5 1 0,-2 6 0</inkml:trace>
  <inkml:trace contextRef="#ctx0" brushRef="#br0">27026 7583 7872,'-7'-20'285,"-2"1"0,1 2 1,0 9 130,1 8 0,2 6 1,5 10-1,2 2-376,3 1 0,-2 2 0,7-4 1,1 2-40,2-1 1,1-2 0,0-2 0,-1 1-47,-3-1 0,3 0 1,-5 1-1,1-1-49,1 1 0,-5-6 0,3 1 64,-2 1 0,-1-3 0,-7 0 124,-3-2 0,2-1 0,-5-6 1,0-3 139,0 0 1,3-8-1,-3 3 1,2-4 59,3-1 0,1-1 0,2 1 0,0-1-102,0 1 0,7 0 0,2-1-129,4 1 0,1 1 1,2 4-1,2 4 35,1 3 1,0-3-1,-4 1 1,-1 0 68,0 3 1,2 7 0,2 4-1,1 1-83,-1-1 0,2 2 0,0-2 1,-1 3-236,2 1 1,-4-1 0,6-2 0,-1-3-67,0-2 0,-4-1 0,1-5 0,-1 0-87,1 0 1,-3 0 0,3-1-1,-5-4 145,-4-5 0,3-7 0,-4-3 0,3 3 245,-3 1 1,-1 2 0,-5-1 0,2 1 599,-2-1 0,0 6-325,2-1 1,-3 9-1,3 1-413,-4 8 0,-1 4 1,0 3-1,0-1-788,0 1 0,2 4 0,3 0-812,4-2 0,6-2 1652,4-6 0,-3 4 0,5-5 0</inkml:trace>
  <inkml:trace contextRef="#ctx0" brushRef="#br0">27802 7381 7872,'-9'-24'534,"-1"0"0,2 11 0,-3 1-339,1 4 1,7 9 0,-2 10 0,4 5-613,1 4 0,0 0 1,0-2 416,0 1 0,6 7 0,2-4 0</inkml:trace>
  <inkml:trace contextRef="#ctx0" brushRef="#br0">28119 7726 7914,'-15'-6'403,"1"-4"0,1 2 2462,4-1-2210,2 6 0,9-4 0,3 7-388,4 0 1,4-1-1,1-4 1,1-5-98,-1-2 0,5-4 1,0-2-1,-1-1-211,-2 1 1,3-4-1,0-2 1,-3-2-12,-4 2 1,-1-1 0,-6 4 0,-2 0 153,-2 0 0,-2 2-80,-4 5 0,2 6 0,-7 5 0,-1 6 2,-2 6 0,5 4 1,2 2-1,1-1-133,0 0 0,0 6 1,5-1-1,0-2-199,0-1 1,5 3 0,2 1 0,-1-3-118,0-1 0,6-1 0,-3-1 0,4 0 49,1 1 0,-4-1 1,0 1-1,1-1 199,2 0 1,-1 1 0,-1-3 0,-3 0 74,-1-3 0,-2 1 1,-5 4 219,0 1 0,-7-3 0,-2-2 0,-4-4 321,-1 1 1,-1-6-1,1 4-102,-1-3 1,3-4 0,2-3-1,5-4-231,4-4 1,7-1 0,5-2 0,7-2-74,6-1 1,9-11 0,6 1 0,4-3-257,5-3 1,-2-2 0,8-8 0,2-1 23,0-2 1,-3 1 0,-16 7 0,-8 4 339,-9 0 0,-10 4 0,-5 9 0,-5 5 181,-5 7 1,-8-2-1,-6 5 1,0-2 119,-2 1 0,5 6 1,-3-2 140,3 3 1,6 2-401,1 0 1,4 7 0,-3 4 0,1 5-83,4 3 1,2 5 0,1-3 0,0 1-90,0 4 1,4 6 0,3 1 0,1-1-175,3-1 0,0-4 0,0 0 0,1-2 18,4 1 0,-2 3 0,7-8 0,-2-1-237,0 1 1,5-3 0,-3-9 29,1-4 1,-4-3 0,3-4 0,-2-3 0,2-4 15,1-4 1,-5-3-1,3-2 1,-4-2 384,-2-3 1,-1 4 0,-2-2 0,-3 4 465,-2 4 1,-1 7 76,-5-4 1,0 10 0,0 3-160,0 10 0,-5 6 0,1-1 1,0 1-663,3-2 1,1 4 0,0 0 0,1-2-679,4-3 1,5 2-1,9-10 1,5 0-2794,3-3 3699,8-4 0,8-14 0,9-3 0</inkml:trace>
  <inkml:trace contextRef="#ctx0" brushRef="#br0">29269 7093 8056,'-22'-17'348,"3"1"0,3 5 440,1 3 0,-4 4-534,0 9 0,5-2 0,6 7-1553,1 1 1,3 2 1298,4 1 0,-7 1 0,-1-1 0</inkml:trace>
  <inkml:trace contextRef="#ctx0" brushRef="#br0">28708 7367 8056,'-14'-19'0,"1"-1"0,4 3 500,4 1 1,3 1-1,6 3 1,5 0-646,10 3 0,13 4 0,7-5-663,2-1 1,2 3 807,0-1 0,1-1 0,-1-4 0</inkml:trace>
  <inkml:trace contextRef="#ctx0" brushRef="#br0">29773 7266 8031,'-5'-22'489,"0"2"1,-4 4 0,2 4 0,-1 1 188,-3 1 1,3 7 0,-2-4 0,-1 3-64,-1-1 1,-1 2 0,0 9 0,0 7-41,-3 4 1,-1 14 0,2-1 0,1 5-259,-1 5 1,3 0 0,0 0 0,4-3-367,2-2 1,3-1 0,8-7-1,7-5-1047,11-7 0,20-7 0,23-12 1,12-5 1095,-33 1 0,1-3 0,3-7 0,-1-3 0,3-1 0,-1-1 0</inkml:trace>
  <inkml:trace contextRef="#ctx0" brushRef="#br0">28076 8489 8103,'0'-43'347,"0"3"1,1 6 0,2 10 2662,2 7-1765,0 9 0,-5 3 0,0 10-903,0 4 0,-2 12 0,-4 8 0,-7 8-319,-4 4 1,-7 9-1,3 3 1,-1 1-263,-4-1 1,4 1 0,-1-6-1,1-2-185,-1-1 1,6-3 0,-2-6-1,3-7-1878,1-8 1947,7-11 1,2-7 0,8-13 0,2-9 377,6-7 0,8-9 0,2-3 0,3-4 58,2-1 0,-2-5 1,1-1-1,1-2 148,2-4 1,0 6 0,-1 2 0,-4 7 475,-1 7 1,-3 9 0,-7 6-404,-1 7 0,-2 13 0,3 12 0,-3 8-292,-2 5 0,-1 9 0,-3 2 0,1 4-682,1 1 1,1 0-1,-5 0 1,0-1-247,0-4 0,0-3 0,0-6 0,0-2 291,0-3 1,-3-5-1,-5-7 1,-8-4 626,-5-2 0,-3-1 0,-4 1 0,-1 2 0</inkml:trace>
  <inkml:trace contextRef="#ctx0" brushRef="#br0">27903 8878 8103,'-10'-7'-221,"1"-2"1,-1-4 1331,2-2 0,-3 1-661,6 0 0,2 4 0,9 2 0,9 0 0,9 2-81,8-1 0,5 1 1,6 3-1,1-4-155,4-1 1,2 0 0,3-3 0,-5 1-358,-4-1 1,0-6 0,-1-6-1,0-2-194,0-6 0,-1-2 0,-3-1 0,-2-4-67,-2-4 0,-3-1 1,-9 2-1,-9 4 279,-8 8 0,-6 2 746,-4 8 1,-9 6-1,-6 8 1,0 5-4,-2 5 1,3 3 0,-6 8 0,-1 5-89,-3 7 1,0 3 0,1 7 0,1 0-297,2-1 0,8 3 0,0-5 0,6 2-210,4 3 1,3-3-1,9 0-337,9-2 0,7-6 0,13-7 0,8-1 0,10-5-442,8-5 0,0-5 1,4-6-1,1-3 50,-1-6 0,-4-3 0,0-12 1,-6-1 400,-2-2 1,-6-2-1,1-2 1,-7 0 217,-7-3 0,-9 7 0,-15 8 0,-5 3 441,-4 1 0,-9 7 0,-6 3 0,-10 4 358,-8 1 0,0 0 0,-5 1 1,0 4-156,1 5 1,4 4 0,0 4 0,5 1-483,3-1 1,6-2 0,-1-2 0,4 0-151,6 1 0,2-1 1,7 0-341,0 1 0,2-1 0,3-1 163,4-3 1,3 2-1,-1-2 1,-2 1 217,3-1 1,-1 3 0,0-4 0,-1 4 76,1 1 1,0 1-1,0 1 1,-1 1 93,1 3 1,5 3 0,0-2 0,-3 2-46,-1 2 0,0 4 1,-1 3-1,-2 3 89,3 2 1,-6-4 0,-1 4 0,-4-2-88,-1-3 0,-8-1 1,-6-4-1,-8-3-133,-6-5 0,-2-3 0,-4-3 0,-2-4-130,-1-4 0,0-3 0,5-2 0,0-2 91,5-3 1,5-4 0,9-10 0,3-5 40,6-3 0,5-4 1,9-4-1,9-8-195,7-8 1,4 1-1,3 1 1,6 1-30,2 0 0,7 0 0,0 6 0,-1 5 303,-3 9 1,-2 7 0,-5 11 0,-9 5 204,-7 4 1,-10 12 0,-3 5 0,-1 5 97,-4 4 1,-6 3 0,-2 0 0,0 1-199,-1 0 0,4-2 0,-3-1 0,4-4-419,1-1 0,0-2 0,1-6 1,3-2-168,0-1 1,8-7 0,-3 2 0,4-4 127,1-1 1,1-8-1,-1-5 1,0-6 99,1-3 1,-1-2-1,-1-3 1,-3 1 113,-6 2 0,-2 0 0,-2-5 0,0 2 143,0 3 1,-8 5-1,-5 8 1,-4 3-17,-1 1 1,2-2-466,2 4 0,6 7 372,3 7 0,10-2 1,4-1-1,6-1 96,4 0 1,-2-1-1,6-4 1,-2 0 308,-4 0 0,4 0 1,-2 0-1,-1 0 59,-2 0 1,-7 0-1,1 0 1,1 2-46,2 3 1,1-4 0,1 6-395,-1-1 0,0-3 0,1 5 0,-1 0-79,1 0 1,-1-3 0,0 5 0,-1 1-173,-3 2 0,1 1 1,-6 0 111,-2 1 0,-2-1 0,-2-1 0,-4-2 131,-5-1 0,-2-5 0,-3 3 1,1-2 216,0-3 1,-1-1 0,1-4 150,-1-3 1,7 2 0,4-6 0,2-4-60,2-5 0,0 2 0,2-3 1,2 3-53,6 2 1,4-5-1,4-1 1,1 4-191,-1 5 0,2 0 0,1 6 0,0 0-361,0-1 0,3 4 0,-3-1 0,-1 6-259,1 7 0,-2 3 1,-4 1-1,-1 1-297,0-1 1,-4 0-1,-2 1-1142,-2-1 2037,6 0 0,-17-6 0,3-1 0</inkml:trace>
  <inkml:trace contextRef="#ctx0" brushRef="#br0">30003 8503 7874,'-10'-19'1242,"1"0"-1382,6 0 0,-5 16 1,4 4-1,0 6 140,0 4 0,3 2 0,1 1 0</inkml:trace>
  <inkml:trace contextRef="#ctx0" brushRef="#br0">30233 8431 8243,'-5'-31'1901,"0"2"-1029,1 3 0,4 20 1,0 7-599,0 12 1,0 3-1,0 8 1,1 2-126,4 1 0,-2 2 0,5-1 0,0 1-417,0 0 0,-3 0 1,3 0-1,-2-1-490,-2 1 0,2-5 0,-1-2 0,0-1-2789,1-3 3547,-4-2 0,10-2 0,-4 1 0</inkml:trace>
  <inkml:trace contextRef="#ctx0" brushRef="#br0">30434 8417 7874,'0'-14'951,"-6"4"-236,-4 1 0,2 7 0,0 2 1,0 8-227,0 5 1,5 1 0,-1 2 0,2 2-327,2 1 1,2 2 0,1-4 0,3 4-262,2 1 1,0-4 0,3 1 0,-1-3-155,1-1 0,0-1 0,0 0 0,-1-1-40,1-3 1,-3 1 0,0-5 443,-1 2 0,-1-5 1,-1 2 93,4-3 1,-1-9 0,2-2 0,1-2-26,2 1 0,-4-3 0,1 4 1,3-2-122,4 1 0,-1-1 1,4 6-1,-4 2-494,-2 1 0,0 2 0,-1 2 0,-2 3-298,-1 4 1,-2 4 0,3 1-1,-3 2-145,-2 3 1,-1-3-1,-5 4 1,0-4-306,0-2 1142,0 7 0,-13-5 0,-3 5 0</inkml:trace>
  <inkml:trace contextRef="#ctx0" brushRef="#br0">30118 8662 7874,'10'-29'268,"-1"2"186,2 3 0,-1 3 0,3 7 0,4 1 0,4 2 154,5 1 1,6 0 0,4-2-1,4 0-712,5 3 0,6 1 0,-1-3 0,1 3-486,3 1 1,-3 1 0,-1 3 0,-7-2 131,-11 2 0,-8 3 0,-11 5 0,-2 2 109,-1 1 0,-7 5 0,2-3 655,-4 3 0,-1-4 1,0 1 332,0 1 0,0 2 0,0 1-173,0 1 0,0-1 1,0 0-1,2 1-285,3-1 0,-4 1 0,4-1 0,-2 0-126,2 1 0,-3-1 0,2 0 1,-2 1-105,-2-1 1,5-4 0,0-1-290,-2 3 581,-2-6-82,-1 0 1,0-17 0,0-5 64,0-5 0,0 2 0,2-3 0,1 1-61,2 4 1,4-4 0,-2 2 0,-1 1-46,1 2 1,4 6 0,-2 2-178,4 2 1,2 1-1,-1 5 1,0 2 49,1 3 0,-1 3 0,1 8 1,-3 1-72,-2 2 0,3 1 0,-4-6 0,2 0 12,-1 1 1,1-1 0,-4-1-1,-1-2-36,0-1 1,1-7 144,-2 2 1,3-10-1,6-6 37,0-7 0,2 1 0,2-7 1,3-2 1,1-1 1,2 3-1,5 0 1,-2 0 205,-3 1 0,-3 4 1,-7 8 257,0 1 1,-6 9-408,-3 1 1,-3 6 0,-2 10 0,0 2-207,0 1 1,1-1 0,3-7 0,2-2-108,2 3 0,2-4 1,4 0-1,2-2-109,3-3 1,4-1 0,4-4 0,-2-3 93,-1-4 1,-1-6-1,2-2 1,-2-4 128,-3-1 0,0-2 0,-8-4 0,-2 3 237,-5 1 0,-4 6 0,-1-1 1150,0 3-950,0 8 1,0 3-1,2 10-198,3 5 0,4 3 0,9 3 0,3 1-61,1 2 0,-4 2 1,1-3-1,-3 1-185,-2-2 0,-6 4 0,-3 0 0,-7 0-430,-7 0 0,-15-1 0,-19-2 0,-12 1-3518,-10-1 4015,-2-2 0,25-9 0,-1 0 0,-37 7 0</inkml:trace>
  <inkml:trace contextRef="#ctx0" brushRef="#br0">22653 2647 7941,'-13'-14'-159,"2"1"0,3 2 24,2 1 1528,1 7-401,5-3-196,0 6-143,0 0-380,6 0 0,-2 0-110,5 0 1,1 0-1,4 0 1,1 0 8,-1 0 1,7-7-1,3-2 1,4-4-26,6-1 0,9-7 0,11-5 1,7-6-94,6-6 0,-31 15 1,-1 0-1,0-2 1,0 0-1,-1 0 1,1 1 48,-1-1 0,-1 0 1,29-23-1,4 6 0,-2 6-315,-4 7 1,-7 7-1,-5 7 1,-5 2-37,-4 4 0,-6 1 0,-9 5 0,-5-2-196,-3 2 0,-6 1 130,-1 2 1,-5 2 210,0 2 0,-4 3 0,-4 4 0,-6-3-54,-3-2 1,-1 6 0,-2-3-1,-3 4-169,-5 1 1,-3 1 0,-4 1 0,-2 1 38,-6 2 0,-2 5 1,-2-3-1,-2 2 214,-3 2 1,0 4 0,-6 3 0,-2 3-27,1 2 0,1-4 0,-5 4 1,-2-2 205,-1-3 1,1-8-1,8-6 1,7-7 171,6-6 0,0 1 0,8-1 1,5-2 240,6-1 0,5-2 1,3-2-165,4-3 0,2 2 0,9-5 0,3 0-174,4 0 0,11-1 0,5-7 0,9-2-55,9-1 1,10-7 0,12 1 0,-28 9 0,1 0-1,4-3 1,-1-1 0,1 2-1,-1 0 1,5-1 0,1-1-1,-1 0 1,1 0-102,0 0 0,2-1 1,6-1-1,2 1 1,0 0-1,1 0 1,-2 1-1,-1 0-36,-3 1 0,-3 0 0,-6 3 1,-3 0-1,31-18 0,-12 5-49,-10 5 0,-12 4 0,-8 7-101,-8 3 0,-12 2-1,-4 3 1,-10 4 0,-4-4 0,-4 3-437,-2 2 0,1 0 0,0 0-581,-1 0 1,-4 0 1177,0 0 0,0 7 0,4 1 0</inkml:trace>
  <inkml:trace contextRef="#ctx0" brushRef="#br0">25098 1424 7913,'-12'-14'0,"0"0"200,3-1 0,1 1 0,-3 1 1628,1 3-1112,7 4 0,-4 8-470,7 2 1,0 1 0,0 8 0,0 5 64,0 2 1,0 6-1,0 6 1,0 5-131,0 4 0,-1-1 0,-2 10 0,-4-2-297,-1 0 0,-1 6 0,-6-3 0,1 0-429,-1-3 1,3-3 0,0-5 0,3-5-2049,-2-6 2593,4-10 0,7-24 0,8-12 0</inkml:trace>
  <inkml:trace contextRef="#ctx0" brushRef="#br0">25055 1439 7913,'-14'-21'177,"4"0"1,2-3 0,2 5 1032,3 3 0,1 7-782,2-1 1,2 7 0,4-4 0,8 3-310,9-1 1,4 0 0,2 5-1,-1 0-211,1 0 0,6 2 1,4 1-1,1 3-112,-2 2 0,2 8 1,-5 8-1,0 3-107,0 2 1,-7 1-1,-9 2 1,-5 4 75,-4 0 0,-4 3 1,-6 4-1,-1 0 128,-4 0 0,-14-1 1,-12-2-1,-4-2 191,-5 2 0,-3-5 0,-3-1 0,-2-5 32,1-5 0,1-2 0,1-4 1,1-1-22,2-4 1,8-3-1,1-7 1,2 1-192,3 0 0,7-4 0,8-5-833,12-5 1,10-2 928,15-3 0,0-6 0,11-1 0</inkml:trace>
  <inkml:trace contextRef="#ctx0" brushRef="#br0">25817 1885 7928,'-12'-2'613,"0"-1"1,3-2-194,-2 2 1,-2-3-1,-1 2 22,-1 6 1,7 4 0,3 9-154,4-1 1,1-4 0,0-1-82,0 3 1,1-4-1,4 0-130,5-2 0,3-1 0,1-5 0,0 0-95,1 0 0,-1-2 1,0-3-1,1-4-70,-1-4 0,-4-3 1,-1-3-1,1-5-95,-2-3 1,3-4 0,-6-2 0,-2-4 188,-1 0 0,-4 2 1,-1 6-1,-3 0 173,-2 1 1,-4 7-1,-5 7 1,-2 7 63,1 6 0,2 1 1,3 3-1,2 6-65,2 11 0,5 7 0,0 5 0,2 4-38,2 6 1,0-7 0,0 7-221,0-5 0,6-4 0,6-3 0,3 1 0,6-2-114,2-7 1,-4-4 0,5-6 0,1-2-3,3-5 0,2-4 1,2-2-1,3-4 113,2-5 0,-4-7 1,6-6-1,-1-2 35,-1-6 0,-2-2 0,-6-1 0,-2-6-23,-3-6 1,1 0 0,-7-6 0,-4 3 67,-2 3 1,-4 1 0,1 2 0,-4 3 183,-3 6 0,-2 2 1,-2 13-1,-1 1 318,-2 2 0,-5 7-254,6-1 1,-3 7-1,4 0 1,-2 6 2,2 7 0,0 4 0,0 5 1,-4 7-111,-1 6 0,3 4 0,-3 8 1,2-1-188,3 0 1,1 0 0,2 2 0,2 1-76,3 2 1,3-5 0,6-6 0,0-2 49,1-3 1,6-5-1,3-6 1,4-8-212,6-5 1,-2-5-1,6-8 1,1-4-101,-3-4 1,4-8 0,-6-3 0,-2-3 16,-2-2 0,-8-4 0,-4 1 0,-5 3 278,-4 3 0,-5 9 1,-1-2-1,-6 4 313,-7 6 0,-4 2 0,-6 7 0,-2 2 216,0 3 0,-4 4 0,7 10 0,0 5 7,-2 4 1,10 0-1,-4 1 1,4 0-360,3 0 1,4-5 0,8-2 0,6-1-366,3-4 0,9 3 0,5-4 0,7-5-489,3-3 0,6-5 0,6-8 0,1-4-106,-1-4 1,-1-8 0,-5-5 0,-1-6 871,-4-6 0,4-16 0,-5-5 0</inkml:trace>
  <inkml:trace contextRef="#ctx0" brushRef="#br0">26335 1597 7928,'0'-14'0,"2"-1"448,3 1 0,-2 1 1,6 2-1,4 1-279,5-1 0,6 3 0,9-1 1,7-3-368,7 0 0,5-1 198,11 3 0,-4-9 0,5 3 0</inkml:trace>
  <inkml:trace contextRef="#ctx0" brushRef="#br0">27040 1540 7876,'-5'-15'777,"0"1"1,2 6 0,8 3-382,5 3 0,4 9 0,4 2 0,2 4-233,3 2 0,-4 4 1,3 2-1,1 1-268,-1 3 0,-3 3 1,4-1-1,-3-2-159,-2-1 1,-4 0 0,-2 5 0,-3 0 24,2 0 0,-4-7 1,-3-1-1,-2-2 76,-2 0 0,0-4 0,-2-7 234,-2-2 0,-4-1 0,-7-5 0,1-2 402,0-3 0,-2-3 1,-2-8-1,-1-1-4,1-2 1,2-1-1,3 4 1,2-1-313,2-2 1,5 0 0,0 4 0,2 1-620,2-1 0,8 1 0,8 0 0,10 1-400,6 3 0,12-3 0,1 4 0,5-4 318,4-1 0,-3 1 0,0 2 1,-1 1 319,-4-1 0,-9 4 0,-8 1 1,-9 1 391,-4 1 0,-9-1 284,-7 5 0,-7 0 0,-7 0 0,0 0 475,-1 0 1,1 0 0,-1 0 81,1 0 0,1 1-663,4 4 1,2 3-1,9 6-217,3 1 0,-2-1 0,7 1 0,-1-1-182,-1 0 1,5 1 0,-4 1 0,3 1-85,-3 3 1,2 0 0,-6-2 0,0 1-29,1-1 1,-4 2 0,3 0 0,-5-3-31,-5-1 0,2 3 0,-7 1 149,-1-3 1,-2-6 230,-1-1 0,1-8 1,2-1-1,3-6 194,2-3 0,-4-3 0,5-6-125,2-3 1,1 1-1,4 3 1,1-1-117,2-3 0,6 1 1,-3 5-1,2 1-160,-1 4 0,1-4-72,4 3 0,2 4 0,2 1 1,1 3-1,0 2-130,2 0 1,-3 2 0,4 1-1,-1 4 53,-4 1 1,4 1-1,-2 4 1,-1-2-45,-2-1 1,-3-1-1,-2 6-32,-2-1 1,-5 0-1,0 1 65,-2-1 0,-8-4 255,-4-1 1,-1-7 107,1-2 1,4-2 0,6-7-1,0-2 15,0-2 0,1-2 1,4 1-1,5 0 45,3-1 0,-4 1 1,1 1-1,1 4-59,2 4 1,1-2-1,0 4-139,1 5 0,-1-1 0,1 9 1,-1 1-133,0 2 1,1 0 0,1-2 0,1-2-118,2 3 0,5-6 1,-4-1-1,-1-4 10,2-1 0,-4 0 0,6 0 0,-3-1 0,-2-4 1,-2-3-1,-2-6 1,1-2 147,-1-3 0,-4 1 1,-2-4-1,-2 1 661,-3 3 1,4 2 713,-3 2-1027,1 6 0,-10 3 0,1 10-300,0 4 0,3 4 1,1 2-1,0-1-534,0 0 0,5 1 0,1-1 0,2 1-507,3-1 0,4-6 0,2-2 0,4-1-423,1 0 1,2 0 1463,5-5 0,6-13 0,2-3 0</inkml:trace>
  <inkml:trace contextRef="#ctx0" brushRef="#br0">28565 1568 7876,'-13'-14'396,"2"0"1,1 1 49,-1 3 0,-2-1 0,-1 6-501,-1 2 1,7 3 0,2 5 0,1 4 54,0 4 0,-6 2 0,3-1 0</inkml:trace>
  <inkml:trace contextRef="#ctx0" brushRef="#br0">28622 1597 7923,'0'-29'481,"0"1"1,2 7-1,3 8 1,4 11-569,4 10 1,1 7 0,2 2 0,2 4-59,1 2 1,0-4 0,-6 5 0,-2 1 79,-1 2 1,-7 1-1,2-3 1,-2-2 235,2-3 0,-4 4 0,4-3 265,-3 1 1,-4-4 636,-3 1-856,4-9 0,-6-10 1,7-10-1,0-3-18,0-1 0,0 0 0,0-2 0,0-3 2,0-5 0,5 1 0,2 1 0,-1 1 39,0 3 1,4-2 0,-4 0-135,2 3 0,2 7-117,4 5 1,-1 7-1,-2 6 1,-3 8 9,-1 5 0,4-2 0,-3 5 0,1 0-171,1-2 0,-2 1 1,3-6-1,-1 3-262,1-3 0,2-1 1,1-3 139,1-4 0,-1-2 0,0-7 1,1-2 188,-1-3 1,2-7 0,2-9 0,1-1 31,-2-4 1,-1 0 0,-1 1 0,-1 2 307,0 3 1,-4 0 0,-2 6 474,-2 0 1,4 7-558,-5 7 1,0 7-1,-5 7 1,0 2-379,0 3 1,0-3-1,0 5-168,0 0 1,6-5 0,5 1 0,5-5-367,3-8 0,7-2 1,-2-2-1,3-2 759,2-2 0,6-11 0,2-7 0</inkml:trace>
  <inkml:trace contextRef="#ctx0" brushRef="#br0">29384 1511 8091,'-19'-5'0,"0"-1"729,2-2 0,5 4-544,3 0 1,6 8 0,-2 6-910,3 3 1,9 1 723,2 1 0,10-1 0,4 0 0</inkml:trace>
  <inkml:trace contextRef="#ctx0" brushRef="#br0">29571 1770 7923,'-9'0'113,"-1"0"555,-1 0 1,3 0 1118,-1 0-440,5 0-928,-2 0 0,17-7-337,3-2 0,4-4 0,-2-3 0,2-2-208,1-1 0,0-6 0,-3 1 0,2-2 38,1 2 0,-5-1 0,-6 4 182,-2-2 1,-1 6 0,-6-1-12,-4 7 0,-3 5 0,-6 6 1,-1 1 35,1 4 1,1 3 0,3 6 0,6 1-117,2-1 1,2 2 0,0 2-1,2 1-113,2-2 1,6 4 0,8-2 0,1-1-148,-2-2 0,4 3 0,-2 0 0,-1 1-89,-2 0 1,-3-4 0,-2 4 0,-3-4-261,-2-2 1,-1 5 0,-5 0 0,-2-1-426,-2-2 0,-4-3 1031,-7-4 0,1 4 0,-1-5 0</inkml:trace>
  <inkml:trace contextRef="#ctx0" brushRef="#br0">30147 1396 7923,'0'-24'821,"-2"3"1,-1 3-107,-2 6 1,-1 7 0,3 2-155,-2 6 0,-5 6 0,4 9 0,-1 3-318,1 1 0,1 2 0,5 5 0,0 0-493,0-1 1,0 1 0,0 0 0,0 0-378,0-1 0,7 1 0,1 0 0,1-2-269,1-3 1,-5 3 0,3-4 0,-2-1-556,-3-3 1451,-1-3 0,-2 5 0,0 1 0</inkml:trace>
  <inkml:trace contextRef="#ctx0" brushRef="#br0">30003 1799 7923,'6'-21'0,"4"-2"432,3 1 0,1-4 0,0 7 1,1 2 113,-1 1 1,5 3 0,2 2-1,0 1-110,0-1 0,-2 4 0,-5 3 0,1 2-313,-1 2 0,0 6 0,1 4 0,-2 3-282,-4 1 1,2 2 0,-4 2 0,1 3-278,3 1 1,-5-3-1,-1 4 1,-2-3-337,2-2 1,-3-2-1,3-2 1,-4 1-1004,-1-1 1775,0-6 0,0-2 0,0-6 0</inkml:trace>
  <inkml:trace contextRef="#ctx0" brushRef="#br0">30406 1525 8096,'0'-14'0,"0"-1"183,0 1 1,0 4-374,0 1 1,1 6-222,4-2 1,5 8-1,7 3 1,4 1 410,1-1 0,2 4 0,5-5 0,1-1 0,4 3 0,-4-6 0,6 6 0,-8-7 0</inkml:trace>
  <inkml:trace contextRef="#ctx0" brushRef="#br0">30823 1496 7833,'0'-14'95,"0"4"2008,0 1-1278,0-1 1,-7 4 0,-2 6-73,-4 8 0,-1 13 0,-2 6 1,-2 8-311,-1 7 0,-5-3 1,5 9-1,3-1-610,5 1 0,4-8 1,9 1-1,4-4-151,9-5 0,12-13 0,13-6 0,8-5 318,9-5 0,13-14 0,10-5 0</inkml:trace>
  <inkml:trace contextRef="#ctx0" brushRef="#br0">22725 2691 7912,'-14'0'0,"1"-2"112,3-3 1,-2 4 217,2-4 1,5 3 0,5 2 243,8 0 0,7 0 1,4 0-1,5 0-106,3 0 0,8 2 1,3 1-1,4 3-202,1 2 1,2 2-1,3 4 1,4 1-189,4-1 0,5 7 0,5 3 0,9 3-45,-34-12 1,1-1 0,6 1-1,1-1 1,7 0 0,2 0-1,1 1 1,2-1-144,0 1 0,1-1 0,-2-2 0,0 0 0,1-1 0,1 0 0,-1 0 0,1-1 57,0-1 1,-1 0 0,-7 1 0,-1 0-1,-1 0 1,0 0 0,-5-1 0,0-1 24,-4 1 1,-1-2 0,38 3 0,-12-2-1,-5-2-315,-11-3 1,-18 4-241,-10-2 1,-14-1-1,-10-4-1185,-8 0 1768,-5-6 0,5-2 0,1-6 0</inkml:trace>
  <inkml:trace contextRef="#ctx0" brushRef="#br0">25702 3122 7799,'0'-19'0,"0"0"113,0 1 1,-4 2 0,-1 2 1784,2 0-555,1 6-1037,-4 1 1,4 9 0,-3 4-14,4 9 0,1 2 0,0 12 0,0 6-101,0 5 0,-2 5 0,-1 1 1,-2 4-255,2 1 1,0-3 0,-1 5-1,0 1-321,0 2 0,3-3 1,-1-4-1,-1-2-465,-2-6 1,-1-7 0,3-2-341,-2-7 0,-6-12 1188,1-13 0,4-19 0,-1-12 0</inkml:trace>
  <inkml:trace contextRef="#ctx0" brushRef="#br0">25674 3209 7961,'-2'-34'480,"-1"2"0,-2 5 526,2 6 1,1 5-579,2 2 0,7 6 0,4 3 0,5 3-366,3 2 1,8 0 0,0 0 0,5 0-185,0 0 1,3 2 0,-1 3 0,0 4-102,1 4 1,-11 6 0,0 2 0,-8 1-16,-7 4 1,-2-4 0,-7 2 0,-4 0 173,-5-1 1,-7 2 0,-13-4 0,-1 0 56,-4 0 1,4-2 0,-5-5 0,1 1-213,0-1 0,1 0 0,4-1 0,2-3-1709,3-5 419,10-4 1509,20-7 0,16-2 0,15-7 0</inkml:trace>
  <inkml:trace contextRef="#ctx0" brushRef="#br0">26177 3309 8875,'-6'-14'811,"4"4"0,-1 2-341,6 2 1,0 1-1,8 5 1,4 0-153,2 0 1,4 0 0,-3 2 0,3 1-357,1 2 0,-3 6 1,3-1-1,-1 2-153,-3 3 1,-2 1 0,-2 1 0,-1 2-69,-3-1 1,-2 3 0,-5 0 0,2 1-117,-2 4 0,-8-4 0,-5 0 0,-2-1 213,-3-3 0,1-2 0,-1-2 0,1-1 225,0-4 1,-1-2 0,1-9 164,-1-3 0,7-4 1,4-9-1,2-3-86,2-1 1,6 0 0,4-4 0,3 2-80,1-1 0,1 2 0,-1 1 0,0 1 8,1 3 0,-1 4 0,1 4 0,-1 6 155,0 2 0,1 2 0,-1 2-3,0 2 1,-4 4 0,-2 8 0,0 2-80,0 1 0,-3 2 0,3-3 0,0 1-128,0-2 1,-3-1 0,4-1 0,1-1-204,-2 1 0,5-3 0,-4-1 0,4-3-248,1-1 1,5-2 0,1-5-1,-3 0 69,-1 0 1,3-7-1,1-4 1,-3-5 169,-1-3 0,-6-2 0,-2 2 0,-2-3 122,-3-1 1,-1-2 0,-2 5 0,-3 3 319,-7 1 0,-1 1 0,-13 1 0,-2 1 72,-1 4 0,3 2 0,2 6 0,1-3 172,4 0 0,1-1-515,1 5 1,9 0 0,6 0 0,11 0-135,11 0 1,4 0 0,12-2 0,4-1-148,4-2 0,-1-6 0,3 2 0,-5-4 39,-5-2 1,1 1-1,-9 0 1,-4-1 263,-4 1 0,-8-1 0,-6 1 1,-1 0 356,-4-1 0,-3 2 1,-3 2 247,-2 2 1,-6 5 0,1 0-180,-3 2 0,1 4 0,0 2 0,4 6 0,2 3 0,-4 1 0,6 2 1,-1 2-298,-2 1 1,6 7 0,-4-2 0,3 3-172,2 2 0,0-1 0,0 1 1,0 0-206,0 0 0,5-1 0,2 1 1,-1 0 58,0 0 0,1-2 0,-4-2 0,2-2-131,-2-2 1,-1-2 0,-2-5 192,0 1 0,-7-3 0,-2-2 238,-4-5 1,0-5 0,2-3-1,3-4 98,2-1 0,1-1 0,3-6 1,-1 1-39,-2-1 1,2 1 0,6 0-1,4-1-252,1 1 0,1 0 0,7-1 0,2 2-217,1 4 1,6-4-1,-1 5 1,2 0-133,-2 3 1,8-1-1,-5 1 1,0 2 278,-1 1 0,-4 2 0,2 0 0,-6 2 235,-7 3 1,-5-2 0,-7 8 0,-4 3 16,-5 4 0,-9 3 0,-6-4 0,-6 2-261,-2-1 0,-1 3 0,5-2 1,1-1-608,-1-2 0,6-7 0,4-1-1372,3-1 2141,8-3 0,8-10 0,8-2 0</inkml:trace>
  <inkml:trace contextRef="#ctx0" brushRef="#br0">27644 3424 11633,'-8'-1'1125,"3"-4"1,-3 3-1034,-1-2 1,1 2 0,-2 4 0,-1 2-193,-2 6 0,4 4 0,-1 4 1,-1 3-316,-2 1 0,3-4 0,2 3 0,2-2 104,3 0 0,1 0 0,2-5 211,0 1 0,7-7 0,2-5 128,4-6 0,1-5 1,1-7-1,-1-1 67,1-3 0,-3 2 0,0-7 0,-3 0 70,2 1 1,2-2-1,0 6 149,-4 1 0,4 4-432,-3 4 0,-4 10 0,-1 11 0,-2 5-375,2 3 1,-3 7 0,4-4 0,0 1-372,4-4 0,3-3 0,3-3 0,1-4 864,3-4 0,5-3 0,4-2 0,8 0 0</inkml:trace>
  <inkml:trace contextRef="#ctx0" brushRef="#br0">28133 3281 7961,'0'-32'241,"0"3"1,-1-2 0,-4 12 417,-5 2 1,-3 2 0,-1 6-1,0 4-26,-1 3 0,1 9 0,1 2 0,2 6-353,1 4 0,7-3 1,-2 5-1,4-1-233,1 4 1,0 2 0,0-1 0,0-1-204,0 2 1,1-4 0,2 2 0,4 0-225,1-1 0,-3 2 1,3-4-1,-2 0 27,-3 0 0,-1 3 1,-2-4-1,0 1 80,0 0 1,-2-2 224,-3-4 1,-3-7 0,-6-4 227,0-2 0,-1-8 1,3-4-1,2-4 93,5-6 0,-1 4 0,1-4 0,3 0-142,6 1 0,0 0 0,9 5 0,3-1-184,0 1 1,6 0 0,1 1 0,1 2-25,0 1 1,-2 7-1,4-2 1,-2 3-79,1 2 1,-4 2 0,-2 3 0,-3 4 72,-1 4 0,-7 6 1,-2 2-1,-1 2 67,0 2 0,-1 2 1,-5 2-1,-4 0 13,-5 0 1,-2-5-1,-4-2 1,-2 0 11,-1 1 1,-7-6 0,2 3 0,-3-6 9,-2-5 0,5 3 1,2-8 51,1 0 1,8-4 0,9-5 0,2-5 15,2-3 0,8-7 0,6-4 0,9-3-63,4-2 1,2 0-1,1 0-22,4 0 0,-9 2 1,4 3-1,-3 5 1,-2 3 16,0 2 1,-7 6 0,2 3 0,-3 5 43,-1 5 1,-6 3-1,1 6 1,-1 2-113,-1 3 1,-1-1 0,-7 6 0,1 0-391,4-2 0,-3 1 1,3-6-881,-4 2 1,-1 1-485,0-6 1802,-6-6 0,-2-8 0,-7-8 0</inkml:trace>
  <inkml:trace contextRef="#ctx0" brushRef="#br0">28694 3165 7961,'-10'-8'-52,"1"4"1,1 4 0,-2 4-884,6 6 935,2 3 0,-4 8 0,-2 1 0</inkml:trace>
  <inkml:trace contextRef="#ctx0" brushRef="#br0">28867 3712 7961,'-15'0'0,"1"-1"187,0-4 0,-1 5 55,1 0 1,6 6-286,3 9 1,10-7 0,4-4 291,4-2 0,-3-8 1,-1-4-1,3-3 103,0-1 1,3-2 0,-3-3 0,1-5-91,2-4 0,-9-2 0,10-4 0,0-4-165,2-3 1,1-3-1,-5 1 1,1-2-134,-1-2 0,-1 7 0,-4-4 1,-4 4 213,-3 4 1,-2 7 0,-2 11 75,-3 7 0,-3 5 1,-6 6-1,0 0-31,-1 0 0,6 6 1,-1 5-1,-1 5-40,-2 3 1,3 7-1,2-4 1,2 2-206,3 0 1,1 4 0,2 2 0,0-3-93,0 0 1,7 0 0,2 2 0,4-2-93,1-3 1,6 2-1,0-7 1,3-1-85,2-2 0,2-2 0,2-1 0,2-4-10,2-4 0,-3-3 0,4-2 0,-5-2-6,-5-3 0,1-2 0,-5-8 1,-3-1 180,-1-3 1,-3 1-1,-4-4 1,-2 1 497,-1 4 0,-4 1 0,3 1 871,-4 1-984,-1 6 0,0 3 1,0 10-1,2 4-406,3 4 1,-4 2 0,4-1 0,-2 2-557,2 3 0,-2-8 1,5 4-1,0-4-849,0-3 1,-3-2 1550,5-6 0,-1 0 0,6 0 0</inkml:trace>
  <inkml:trace contextRef="#ctx0" brushRef="#br0">29528 3209 7808,'-6'-15'805,"4"6"1,-4 1-973,0 1 1,4 4 0,-3 8 166,4 4 0,7 4 0,2 2 0</inkml:trace>
  <inkml:trace contextRef="#ctx0" brushRef="#br0">29989 3252 7808,'0'-15'0,"0"1"0,0 0 401,0-1 0,-2 4 0,-3 0 0,-3-2 357,0 2 0,-5 1 0,2 1-450,-6 4 0,1 3 0,-5 2 0,2 2-234,0 3 1,-2 3 0,3 6 0,-1 2-30,1 3 0,4-1 0,3 4 0,3 1-182,1-1 1,3-4-1,4 1 1,1-2-155,4 2 1,3-6 0,6 3-1,2-1 13,4-4 0,0-5 0,6 2 0,-4 0 28,-1 0 1,3-5 0,-5 4 110,-1-1 1,-4 2 217,-4 7 1,-7-6-1,-11-1 1,-8-1 16,-5-4 1,-3 3 0,-5-1-1,1-2-188,-1-1 0,-1 3 1,-1-1-1,2 0-637,7-3 1,5-2 0,4-4 728,3-5 0,-3-9 0,5-3 0</inkml:trace>
  <inkml:trace contextRef="#ctx0" brushRef="#br0">30233 3137 7967,'-6'-15'1123,"2"7"-665,-5 3 1,6 5-1,-2 5-404,3 5 1,2 7 0,0 3 0,0-1-247,0 2 1,0-1-1,0 6 1,2-4-153,3-1 1,-4 5-1,4-4 1,-3 2-68,-2 0 1,0-5-1,0 4 1,0-3 410,0-2 0,0-2 0,-13-2 0,-3 1 0</inkml:trace>
  <inkml:trace contextRef="#ctx0" brushRef="#br0">30147 3468 7681,'0'-15'-74,"1"-4"0,3 0 579,0 1 1,6 2 0,-4 2 0,2-1-23,4 1 0,-1 4 0,0 2 0,-2 2-174,3 3 0,0-4 1,3 3-1,-1 1-348,1 1 1,4 4 0,0 1 0,-1 3-244,-2 2 1,-2 2 0,0 4-1,1 0-119,-1 1 0,0-1 0,1-1 0,-1-2-389,1-1 0,-7-1 0,-4 6-515,-2-1 1305,-2-6 0,-6 5 0,-2-5 0</inkml:trace>
  <inkml:trace contextRef="#ctx0" brushRef="#br0">30463 3122 7817,'0'-14'3380,"0"-1"-3374,0 7 1,0 4 0,2 8-930,3 6 0,3-2 1,8 0 922,3-2 0,3 6 0,7-4 0</inkml:trace>
  <inkml:trace contextRef="#ctx0" brushRef="#br0">30967 3194 7817,'0'-14'596,"0"-1"0,0 1 409,0 0 0,-7 1 0,-2 3-255,-4 5 1,-3 5 0,-2 7-465,-1 7 0,-6 7 1,2 9-1,-1 4-189,0 4 1,7 4 0,-1-1-1,7-1-244,6-1 1,5-7 0,6 1 0,10-2-432,12-2 0,16-9 0,19-5 0,13-11-114,-32-4 1,0-3 0,4-3 0,0-4 691,5-2 0,0-4 0,-5-4 0,0-2 0,1-4 0,1 1 0</inkml:trace>
  <inkml:trace contextRef="#ctx0" brushRef="#br1">10054 10230 8079,'-5'-21'-187,"0"-3"1,-5-3 0,4-2 0,-2 2 9,-3 3 0,3 3 0,-2 7 335,-1 0 0,3 1 0,0 2 1,0 1 14,0-1 1,3 3 0,-4-2 0,-1-1 136,2-2 0,-5-1 0,4-1-99,-4 1 0,3 6 0,1 3 0,-2 5-9,-2 5 0,-3 11 1,-2 13-1,-3 9-63,-1 9 1,5 4 0,-4 8 0,2 5-146,-1 8 0,3 6 0,11-35 0,2 0 0,1 1 0,1-1-176,1 0 1,1 0 0,8 37-1,8-2 1,11-2-2079,10-5 1926,11-8 1,9-7-1,-24-31 1,0 1 0</inkml:trace>
  <inkml:trace contextRef="#ctx0" brushRef="#br1">9680 10201 8192,'0'-24'42,"0"0"0,4 2 1,1-2-1,-2 5 624,-1 3 1,-4 3-135,-2 3 1,-4 4 0,-7 8-225,1 2 1,6 4 0,3 8 0,3 4-8,2 4 1,0 4-1,2 6 1,3 4-72,4 4 1,4 7 0,2 6 0,-3 4-152,-2 3 0,1 7 0,-6-2 0,-2 3-274,-1 2 1,-2-6 0,0-5-1,0-9-914,0-8 1,0-4 0,0-12-1657,0-5 2765,0-12 0,0-17 0,0-10 0</inkml:trace>
  <inkml:trace contextRef="#ctx0" brushRef="#br1">9262 10316 8138,'-33'-6'427,"-1"-4"1,2-2 178,8-3 1,10 6 0,12-1 0,12-1-337,14-2 1,6-1 0,12-2-1,3-2-71,-1-1 1,6-10 0,0 4 0,1-1-128,3-1 1,8 0 0,7-2 0,3 2-689,0 3 0,0 4 0,-15 11 0,-6 6-1996,-4 6 2612,-10 11 0,-9 15 0,-7 8 0</inkml:trace>
  <inkml:trace contextRef="#ctx0" brushRef="#br1">9076 11496 8030,'-13'-37'544,"3"4"0,7 4 0,13 5 0,10 5 52,11 3 1,7 0 0,10-2 0,3-2-716,0-3 0,12-2 0,-1-7 1,8-2-180,-32 18 0,1 0 0,1-2 0,0 1 0,3 0 0,0 0 1,0 1-1,0-1-803,1-1 1,-1 1 0,29-9 1100,-10-3 0,-3 4 0,-8-4 0</inkml:trace>
  <inkml:trace contextRef="#ctx0" brushRef="#br1">10269 10690 7970,'-28'-14'243,"-1"-2"1,0 0 439,0 2 0,7-2 0,3 11-306,3 2 0,8 8 0,3 4 0,3 5-279,2 6 1,7 4 0,2 8 0,6 1-130,4-1 1,-2 3 0,6 1 0,-2-1-87,-4 0 0,4-2 0,0-4 0,0 0-14,-1 0 1,-2-5-1,-7-2 1,-3-1 28,-2-4 0,-1-1 0,-5-1 150,0-1 1,-6-6 0,-5-5-1,-5-6 153,-4-6 0,1-6 0,5-4 0,1-6-24,4-7 0,-3 0 0,8-5 1,2 0-108,5 0 1,5 0 0,8-2 0,5 0-102,8-1 0,1 5 0,8 1 1,4 6-42,4 4 1,-1 3 0,3 8 0,-5 4-57,-5 4 1,-2 16-1,-8 6 1,0 7-146,-4 5 0,0-3 1,-8 7-1,-4-2-523,1-2 1,-2 4 0,-1 1 795,-5-2 0,3-2 0,0-1 0</inkml:trace>
  <inkml:trace contextRef="#ctx0" brushRef="#br1">11003 10633 7905,'-27'-38'342,"4"2"0,7 6 801,5 8 0,10 12-540,1 10 0,8 8 1,9 11-1,4 7-304,1 6 1,-3 6-1,4 10 1,-2 6 8,-4 7 0,1 3 1,-1 6-1,3 2-321,-3 7 0,-9-37 0,0 2 0,-1 2 0,-1 1 1,-1 0-1,-1 0-207,-1-3 1,-1 0 0,0 38 0,-2-10 0,0-2-550,0-3 1,-2-9-1,-3-14 1,-3-7-985,0-8 1,-4-16 1752,2-4 0,-9-18 0,-3-7 0</inkml:trace>
  <inkml:trace contextRef="#ctx0" brushRef="#br1">11104 10834 7905,'0'-56'95,"0"4"1,1 2 0,4 8 0,5 6 542,2 7 0,4 7 0,3 7 0,4 2-563,-1 4 0,4 2 0,-7 7 0,-1 0-116,-2 0 0,-1 12 0,3 4 0,0 4-40,-6 6 1,1 6-1,-8 3 1,-2 0 57,-1 0 1,-4 4 0,-3-6 0,-4-1 4,-4-1 1,-3-3 0,-2 1 0,-2-2-80,-3-3 0,1-3 0,-4-6 0,2-1-171,-1 0 0,4-1 0,2-3 1,3-5-1160,2-4 1427,6-1 0,1-6 0,7-2 0</inkml:trace>
  <inkml:trace contextRef="#ctx0" brushRef="#br1">11650 10748 7905,'-14'-13'449,"-1"4"0,1-3-94,0 8 1,6 0 0,3 11-1,3 7-120,2 9 0,0 5 0,0 4 0,2 4-52,3 0 0,3-2 0,8 4 0,3 1-55,5-3 0,3 1 0,3-5 0,2 0-141,2-5 1,-1-1-1,-4-10 1,0-5-139,0-3 1,-5-3 0,-2-7 0,0-4-34,1-9 1,-6-5 0,2-11-1,-3-2 80,-1-6 1,-6 3 0,-1-3-1,-1 1 27,-4 1 1,0-5-1,0 6 1,2-1 230,-2 3 1,-1 10 0,-4 5 297,-2 3 0,0 8 0,-4 5 0,2 6-215,3 7 0,1 9 1,2 5-1,0 3-261,0 2 1,7 0-1,1-1 1,3 1-47,3 0 0,-3 0 1,9 0-1,-3-2-191,2-3 0,-1-2 0,6-6 0,0 0-13,-2-3 1,5-8 0,-4-1 0,1-5 154,0-9 1,-2-1 0,4-13 0,-4-1 165,-1-3 0,-2-7 0,-5-2 0,-1-1 13,-3 0 0,1-2 1,-6-7-1,-2-4 125,-2-5 1,-1 7 0,0-9 211,0 2 1,0 8 0,0 5 0,0 9 727,0 9 0,0 12 0,0 15-752,0 11 1,0 9-1,0 11 1,0 6 16,0 2 1,0 9 0,0 1 0,0 0-280,0-3 1,5-3-1,2-2 1,-1 0-420,0 0 1,6-1-1,-3-2 1,4-3-916,1-2 0,1 3 0,-1-4 0,1-2 69,-1-2 0,5-9 1,0-7-1,0-7 1154,2-6 0,-5-7 0,5-2 0</inkml:trace>
  <inkml:trace contextRef="#ctx0" brushRef="#br1">12542 10791 7905,'-7'-29'432,"6"2"0,-4 3 1,5 5 397,5 3 1,3 6 0,8 2-1,3 0-768,5 0 0,10 5 0,5-3 0,8 1-479,6 0 417,15-6 0,6-3 0,-31 3 0,0-1 0</inkml:trace>
  <inkml:trace contextRef="#ctx0" brushRef="#br1">14052 10978 8123,'-14'0'1773,"-1"0"-1504,7 0 0,4 0 0,8 0 0,7 0 84,7 0 1,0-5 0,7 1-1,4 0-60,3 3 0,6-1 0,-1-1 0,3-2-95,5 2 0,3-3 0,1-1 0,9-1-167,7-3 1,15-2 0,-36 6 0,0 0 0,4 0 0,0-1-62,1 1 1,-1 0-1,-5 0 1,-1 0 0,-1 0-1,0-1 1,34-6-127,-3 0 1,-4 6 0,-4 3 0,-8 2-301,-5-2 0,-3 3 1,-6-3-1,-5 4-653,-9 1 0,-5 0-197,-9 0 1,-7 0 1305,-7 0 0,-7 0 0,-7 0 0</inkml:trace>
  <inkml:trace contextRef="#ctx0" brushRef="#br1">15203 10547 8055,'-21'-15'4,"2"1"0,-2 1 0,7 2 732,1 1 1,6 9-392,3 1 1,8 6 0,8 7 0,4-2-75,3-1 0,5-2 0,-3 3 1,1-3-44,3-2 1,-2 1-1,-1-4 1,1 3-58,-1 2 1,-3-5 0,4 4 0,-1-2-95,0-1 1,-3 6 0,4-4 0,-2 1-252,-4-1 1,4 5 0,-2-1 0,0 1-145,2-1 0,-5 2 0,3-2 6,-3 3 1,-1 0-1,-1-2-249,0-2 628,-6-5 1,-1 4 208,-7-4 1,-7 0 0,-2 5 0,-6 1 50,-4-2 0,2 5 0,-7-2 0,-4 5 60,-3 3 1,0 2-1,-2-2-237,2 5 1,-2 3-1,-1 3 1,1 2-1,-1 4-482,0 0 0,1 3 0,4 5 1,2 3-702,3 1 1033,3 0 0,0-5 0,-1 0 0</inkml:trace>
  <inkml:trace contextRef="#ctx0" brushRef="#br1">17504 10216 8253,'-2'-21'-1677,"-2"-3"1677,2 3 0,-9 10 0,4 14 0,-1 10 0,-1 4 0,-6-2 0</inkml:trace>
  <inkml:trace contextRef="#ctx0" brushRef="#br1">17576 10547 8110,'0'-21'-129,"0"-3"1,0-5 379,0-5 1,0 10 0,0 0 0,0 7 940,0 3 0,-5 7-835,0 7 1,1 8 0,4 11 0,0 7-30,0 6 1,0 6 0,0 9 0,0 2-27,0 2 0,0-1 1,0 6-1,0 1-169,0-2 0,-5 7 1,0-3-1,0 7-404,-1 7 1,-1-1 0,-4 5 0,2-3-436,-3-3 0,1-5 0,0-5 0,3-8-435,2-10 0,1-8 0,3-11-449,-3-5 1590,4-16 0,-12-17 0,5-17 0</inkml:trace>
  <inkml:trace contextRef="#ctx0" brushRef="#br1">17518 10820 8197,'-9'-43'113,"-1"0"0,7 1 1,-3 5-1,1 8 762,0 9 1,2 10 0,8 5-544,4 4 1,6 1-1,4 0 1,5 0-260,3 0 1,8 0 0,3 0-1,4 0-160,1 0 1,0 1 0,0 3 0,-1 4-49,-4 4 1,2 1-1,-8 9 1,-5 1-132,-6-1 0,-11 2 1,-5 3-1,-5-1 207,-5-2 1,-10 0 0,-10 3 46,-7-3 1,-6 2-1,-10-6 1,-5 1 0,-1 0-183,1-3 0,3-2 0,9-2 1,2 0-1441,6 1 1634,9-7 0,22-8 0,12-8 0</inkml:trace>
  <inkml:trace contextRef="#ctx0" brushRef="#br1">18151 10762 8234,'-5'-38'355,"1"0"0,-1 6 1,5 0 352,0 6 0,1 12 1,4 9-1,5 5-459,3 5 0,3 1 0,1 5 0,2 1-64,-1 3 1,4 1-1,1 7 1,1-1-102,0 1 0,0 1 0,4 4 1,0 1-287,-4 0 0,1 1 0,-6 2 1,-1 2-50,-2-2 0,-7 5 1,-1-1-1,-1 3 0,-4-1 1,-3-8-1,-5 1 1,-6-7 209,-7-3 0,2-4 1,-3-7-1,3-5 38,2-4 1,-2-2-1,0-4 1,0-5 85,3-3 0,8-9 0,1-5 0,2-7-44,2-2 1,2-3 0,2-4 0,8 0 29,5 0 0,1 4 0,6 3 0,0 2 55,-2 7 0,5 6 0,-4 11 0,-1 6-55,-3 2 1,-3 5-1,-1 5 1,-1 8 90,0 5 0,1 3 1,-1 5-1,0-1 32,1 1 1,-1 0 0,1 0 0,-1 1-152,0 4 1,1-4-1,1 4 1,1-4-137,2-1 1,1-5 0,-4-2 0,1-3-99,2-6 0,5 0 1,-4-8-1,-1-2 83,1-1 0,-4-9 1,4-4-1,-4-7 9,-2-6 0,-1-3 0,-4-2 0,-2-1 14,-1-3 1,-4 2-1,1-4 1,-6 1 49,-7 1 0,-4-1 0,-4 5 0,-3 2-40,-1 3 1,-4 4-1,-5 5 1,-3 2-81,2 4 1,6 2-1,4 7 1,0 2-273,-1 3 1,7 3 0,2 6 0,8 2 428,4 3 0,2 4 0,0 5 0</inkml:trace>
  <inkml:trace contextRef="#ctx0" brushRef="#br1">19518 10777 8234,'-2'-19'0,"-1"-1"305,-2 3 1,-5 1 0,4 3 154,-2 3 1,5 2 0,-3 5 40,-1-2 1,6 2 0,-4 8-149,3 5 1,-3 2 0,1 4 0,0 4-49,3 4 1,-4 3 0,-1 2 0,-1-1-171,1 1 1,1 5-1,5-1 1,0-1-123,0-1 1,0-3 0,2 0-1,2-3-22,6-1 1,8-6-1,2-1 1,3-6-242,2-6 0,7-3 0,3-2 0,4-3-84,5-7 0,0-1 0,2-13 0,-4-3 10,-4-5 1,-1 0 0,-1-5-1,-5 0 93,-6 0 0,-12 5 1,0-1-1,-5 3 282,-5 1 1,-8 11 0,-6 4 0,-5 3 306,-3 3 0,-2 1 1,4 7-1,-3 2 82,3 3 0,1 4 0,1 10 0,1 4-7,0-1 1,-1 5-1,3-3 1,2 3-304,5 2 1,4 0 0,1 0 0,1 0-215,4-1 1,5-4-1,9-1 1,5-2-188,3-4 0,8-6 1,2-3-1,1-1-221,0-4 1,1-8-1,2-5 1,-1-4-45,-1-5 0,-1-3 0,5-7 0,0-2 193,0-2 0,-1 2 0,-4-4 0,-6 2 170,-6-1 0,-5 1 1,-9 4-1,-4 2 310,-8 3 1,-8 4 0,-9 11 0,-4 4 556,-1 3 1,-1 2 0,-2 2 0,2 3-35,3 4 0,2 4 0,7 3 1,3 2-302,2 1 0,1 0 0,6-4 0,4-1-351,5 0 0,4 1 0,5-1 1,5-1-133,3-4 1,4 3 0,1-6 0,1 0-224,-1 1 1,3 2 0,-1-2 0,-2 1 168,-2 3 1,-7-1 0,-4 2 0,-5 4 225,-4 0 1,-4 2 0,-6 0 0,-1 2-62,-4 3 0,-10-1 1,-9 4-1,-4-4-332,-6-1 1,-3 3 0,-6-5 0,0-3-347,0-5 691,0 2 0,-7-5 0,-1 6 0</inkml:trace>
  <inkml:trace contextRef="#ctx0" brushRef="#br1">21071 10719 8211,'14'-21'242,"1"-3"0,-7 4 0,-2 0 611,1 5 1,-6 5-429,4 0 0,-10 7 0,-4-2 0,-6 5-118,-4 5 1,1 3-1,-6 8 1,0 3-29,2 5 0,-5 3 0,5 2 0,-1 0-198,4 0 1,9 0-1,6-1 1,2 1-323,2 0 1,2-7 0,4-3-1,10-4-232,11-6 0,10-2 0,11-7 0,5 0 23,3 0 1,-5 0 0,-3 0-1,-5 0 312,-5 0 1,-4 0 0,-12 1 421,-8 4 0,-9 5 1,-14 9-1,-11 5 183,-5 3 1,-10 0-1,-4-1 1,-4-2-684,-5 1 0,-1-2 0,-6-1 0,3-3-2715,-3-6 2931,-1 2 0,-7-7 0,-3 6 0</inkml:trace>
  <inkml:trace contextRef="#ctx0" brushRef="#br1">19129 11842 8056,'2'-24'0,"1"1"228,2 2 0,6 4 241,-1 7 0,2 4 0,1 7-119,-3 4 0,-4 3 1,-6 8-1,0 2 54,0 1 0,0 7 0,0-3 0,-1 6-138,-4 5-1,2-2 1,-7 5 0,0-1-287,2 1 0,-3-3 0,6 2 0,2 1-344,2 0 0,1-3 1,0 2-1,0 0-471,0-5 1,1-2 0,2-5 0,4-5-1738,1-3 2573,1-8 0,6-8 0,-1-8 0</inkml:trace>
  <inkml:trace contextRef="#ctx0" brushRef="#br1">18842 12187 8014,'-10'-15'0,"0"3"873,-1 2-204,5-3 0,1 13 0,10 0 0,4 8-185,4 5 1,3 1 0,2 2 0,1 4-229,-1 4 0,2-2 0,1 2 1,0 2-147,0 1 1,-2 1 0,-5 1 0,1 0 12,-1 0 0,0 0 0,1-1 0,-1 1-183,1 0 0,-1-5 0,0-2 0,1-1-120,-1-3 1,-1-7 0,-2-3 0,-1-2 182,1-3 0,-3-1 0,0-4 236,-2-2 1,4-4 0,-4-7 1,2 1 0,-5 4 0,2 1 35,-3-3 0,-1 0 0,4-3-243,5 1 0,-2-2 1,0-2-1,0-2-417,0-3 1,1 4 0,7-7 0,2-2-549,1-4 1,7-13 0,-2 2-1,4-2-1520,6 0 2452,-4 8 0,12-4 0,-5 4 0</inkml:trace>
  <inkml:trace contextRef="#ctx0" brushRef="#br1">17864 13453 8247,'0'-34'0,"0"1"41,0 1 1,0 1-1,0 3 1,0 1 496,0 3 1,0 3 482,0 6 1,1 9-700,4 6 1,-3 6 0,2 12 0,-2 4-60,-2 7 0,0 9 0,0 1 0,0 4-244,0 5 1,-5 8 0,0 6 0,1-1-253,-3-2 1,6-3 0,-4 0 0,3-2-565,2 1 0,0-2 1,0-10-1,0-3-755,0-7 0,0-1 1552,0-13 0,0-6 0,0-6 0</inkml:trace>
  <inkml:trace contextRef="#ctx0" brushRef="#br1">17763 13525 8247,'0'-51'-121,"0"1"1,2 9 0,4 2 756,8 6 0,9 4 1,10 7-1,6 6-294,2 4 0,4 3 1,1-4-1,2 2-257,-1 1 1,-11 7 0,-5-2 0,-7 4-130,-4 1 1,4 0 0,-4 3 0,-3 5-224,-1 6 1,-2 5 0,-1 1 0,-2 4-91,-1 3 0,-7 1 0,0 1 1,-6 0 193,-6 0 1,-6 0 0,-2-1-1,-4 1 160,-1 0 1,-2 0 0,-7-1 0,-1 1 34,-1 0 0,-2-5 1,3-2-1,-2-1 106,2-3 0,6-4 1,4-4 979,1-5-846,9-4 1,12-1 0,9 0-1,4 0-2,1 0 0,2 2 0,2 3 0,3 4-140,1 4 1,-3-3 0,5-1 0,2 2-167,1 2 0,0 1 0,-1 2 0,-2 2-508,1 1 1,7 0 0,2-6 0,-1-2-96,2-1 0,2-2 0,8 2 0,0-6 131,-2-2 1,3-2-1,-9-2 1,0-2 432,-4-6 0,-4-4 1,-5-6-1,-6-4 87,-7-3 1,0-2 0,-6 1 0,-2-1 213,-2 0 0,-1 0 0,-1 1 0,-4 0 389,-4 4 0,-6 4 0,-2 7 0,-4 2-80,-2 1 0,4 7 0,-5-2 0,0 5-174,2 5 1,0 4 0,4 9-1,-1 1-172,1-1 0,2 4 1,2 1-1,1 1-108,3 0 0,-1 0 1,6 3-1,2-2-302,2-1 0,2-5 0,4 4 0,6-4 8,7-6 0,-1 0 1,6-9-1,-1 0 125,1-3 1,-1-1 0,3-1-1,-2-6 84,-2-7 1,-2-2 0,-5-7 0,1 1 33,-1 0 0,-1-2 0,-2-3 0,-3 1 183,-2 2 0,-1 11 0,-5-1 138,0 1 0,0 10-688,0 8 0,0 3 1,2 12-1,1 1-298,2 3 1,6 2 0,0-1 0,5-2-665,3-3 1,2 0 1298,-2-6 0,4 0 0,5 1 0</inkml:trace>
  <inkml:trace contextRef="#ctx0" brushRef="#br1">19057 13755 8247,'-22'-24'0,"3"2"262,3 1 1,8 7 0,1 6 421,1 1 1,6 4 0,-2 8-492,6 4 1,7-1 0,-3 2 0,1 1-210,1 2 0,0 1 0,4 1 0,0-1 14,1 1 0,-2-1 0,-2 0 0,-2 1-246,3-1 0,-4 0 1,1 1-10,2-1 0,-4 1 326,-3-1 1,-4-6-1,-4-3 128,-6-4 0,-3-1 1,-1-1-121,0-4 0,6-3 1,3-6-1,3-1-62,2 1 0,2-5 0,3-1 0,4 1-32,4-1 1,1 4-1,1-4 1,1 4-100,3 2 0,-3 1 1,5 4-1,-2 4-184,0 3 0,0 2 1,-4 2-1,-1 3-289,0 4 1,-4 9-1,-1 3 1,1 1 588,-2 4 0,5 1 0,-5 1 0</inkml:trace>
  <inkml:trace contextRef="#ctx0" brushRef="#br1">19661 13770 8247,'-9'-34'0,"1"0"559,2 2 0,-6 10 0,4 6 1,-1 6 122,-1 4 1,1 1 0,-6 5-438,1 0 0,-1 0 1,1 2-1,1 3-116,4 4 0,-4 4 1,5 3-1,-2 2-111,1 1 0,4 6 0,-3-2 0,2 1-117,2 0 0,3-2 0,1 4 0,0-4-211,0-1 1,0-2-1,0-5 1,1-1 64,4-3 1,3 1-1,7-6 1,-1-4 171,0-4 1,5 0 0,2-8 0,0-4 120,0-2 0,0-9 0,-4 2 0,2-3 8,-1-2 1,-2-4-1,-3-2 1,-2-4 43,-2-6 0,-5 1 0,0-7 0,-2 1 89,-2 4 0,0 2 0,-2 8 0,-1 7 313,-2 8 0,-6 2-289,2 5 0,1 2 0,0 14-92,1 3 0,2 4 1,4 10-1,-2 5 125,-2 4 0,0 2 0,5 2 1,0 3-131,0 2 1,0 1 0,0 5 0,2 1-402,2-1 1,4-6 0,8-4 0,4-2-122,4-3 0,3-1 0,2-3 0,-1-6-21,1-7 0,0-4 0,0-7 1,-1-2 132,1-3 1,-6-4 0,-4-9-1,-5-3 265,-4-1 1,1-2-1,-6-5 1,-1 0 167,3 1 0,-6-1 0,4 0 0,-3 0 215,-2 0 1,-2 9 0,-1 4 0,-3 6 239,-2 4 1,3 1 0,-3 7-377,1 2 1,1 6 0,3 7 0,-2 4-180,2 2 0,1-4 0,2 3 1,2 1-268,3-1 0,-2-4 0,5 1 1,0-3-218,0-2 0,1 1 0,6-3 0,1 0-4,3-3 0,-3-6 1,5 2-1,-2-3 118,0-2 0,0-5 0,-4-2 0,-1 0 146,0-5 0,-6-5 0,-3-2 0,-3-1 186,-2 0 1,0 4 0,-2-4 0,-3 4 191,-4 2 0,-4 0 0,-1-1 0,-1 1 297,1-1 0,0 6 0,-1 1 1246,1 1-1203,-1-4 0,7 8-459,4-6 1,4 5 0,4-2 0,8 1-139,5 0 1,1 1 0,4 4-1,0 0-96,1 0 1,1 0 0,5 0 0,-2 0 38,-3 0 0,1 4 1,-6 3-1,1 2 93,0 7 0,-4-1 0,2 4 0,-5-2 60,-4 3 1,1-4 0,3 4-1,-4 0 3,-4-1 1,1 0 0,-1-5-62,-2 1 1,-1-6-1,-4-1 197,-2-1 1,0-2-1,-5-5-26,-2 0 0,0-7 0,1-2 0,4-4-59,-1-2 1,6 1 0,-4-2 0,3-3 49,2-5 0,0-2 1,0 1-1,2 1 80,3-2 0,-2 5 0,6 2 1,3 3-124,0 2 0,4 1 1,2 3-1,3 6-178,1 2 0,-3 2 0,5 0 0,2 0-8,1 0 0,-3 2 0,-2 2 0,1 6-191,-1 3 1,-4-4-1,1 1-56,-3 1 1,-3 2 0,-2 1 145,-2 1 0,-5-1 0,-1 0 218,-6 1 1,-1-7 0,-5-3 254,-2-4 0,-2-1-155,-2 0 0,7-6 0,4-4 1,2-3 105,2-1 1,0-5 0,0 0 0,2 0 145,2-2 0,9 5 1,6-3-1,1 3-135,0 1 1,3 1 0,5 1 0,1 3-314,0 6 1,0 2 0,-1 4 0,1 2-612,0 6 0,-2 11 0,-3 8 0,-5 7 683,-3 6 0,-1 14 0,-1 3 0</inkml:trace>
  <inkml:trace contextRef="#ctx0" brushRef="#br1">19518 14762 8206,'-7'-14'216,"4"1"0,-5 2 500,2 1 1,1 6-320,5-6 1,1 7 0,4-2-216,5 3 1,-2-2-1,1-1 1,3 0-79,0-1 1,3 2 0,-1-5 0,1-2-89,-1-2 0,0 2 0,1-2 1,-1-3-120,0 0 1,-4-2 0,-2 1 0,-2-4 61,-2-1 1,-3 4 0,-1-3 0,-1 2 159,-4 0 0,-3 4 0,-7 7 0,1 0 59,0 0 1,-2 5-1,-2-2 1,-1 5 2,1 5 0,4-2 1,3 9-1,1 2 38,-1 4 0,5 2 0,1-2 1,3 3-218,2 1 0,0-3 1,2 4-1,3-1-352,4 0 0,9-4 0,4 1 1,4-3-319,4-1 1,8-6-1,1-1 1,4-1 42,5-4 0,-5-3 0,2-5 0,-7-6 324,-3-7 1,-3 1 0,-9-7-1,-7-2 299,-5-1 1,-8 1-1,2 1 1,-5-2 432,-5 1 0,-3 7 0,-5 0 0,2 3 933,1 1 1,3 6 0,-5 1-708,3 1 1,6 4-1,-2 8-322,3 4 0,4 4 0,3 2 0,4 1-196,4 3 0,6-3 1,0 5-1,0-2-187,2 0 0,-3 2 1,4-4-1,-1 1-103,-3-5 1,2 1 0,-1-4-1,-1 1-199,-2-2 0,-2 3 16,1-8 0,-6 1 408,1-5 0,-8 0 1,-1-1-1,-4-4 40,0-5 1,-4-3 0,3-1 0,0 0-172,3-1 0,1-1 0,0-1 0,0-4-394,0-1 1,3 2 0,5-4 0,8-1-445,5-2 0,9 3 0,8 1 0,4 2-211,1 4 1,0 7 1105,0 5 0,1 4 0,-1 1 0</inkml:trace>
  <inkml:trace contextRef="#ctx0" brushRef="#br1">20668 14633 8206,'-14'-2'623,"0"-3"1,4 4 0,0-4 1736,-1 3-990,5 2-1215,-1 0 1,14-4 0,2-3-117,4-1 1,2-1 0,-1-6 0,0 1-207,1-1 1,-1 0 0,-1-3 0,-2-3-98,-1-1 0,-7-1 0,3-2 0,-1 1 280,0-2 0,0 4 0,-7-1 1,-3 3 317,-4 2 0,-4 4 0,-2 4 0,1 5-62,0 4 0,-5 7 1,-1 4-1,4 4-217,5 5 0,0 5 0,6 8 0,4 2-444,4-2 1,0-3-1,8-4 1,4-2-425,2-3 0,7-1 1,-3-4-1,1-2 145,4-4 1,1-2-1,2-7 1,0-2 342,-1-3 1,-1-3-1,-1-8 1,-4-1 179,-1-2 0,-2-7 1,-6 4-1,-3-2 498,-5 0 0,1 6 0,-1-1 0,-2 3 1045,-2 1 0,-1 6 1,-1 1-103,-4 1 1,4 4-1110,-4 8 1,3-2-1,4 7 1,3 1-86,4 2 0,9-4 0,1 1 0,-2 1-234,-1 2 1,0-3 0,0-1-1,0 1-249,-3-2 0,-6 5 0,1-4 241,-2 4 1,-3 0-1,-8-4 1,-4-2 241,-4-1 1,-1-4-1,-1 2 156,1-2 1,-1-3-161,1-4 0,6-3 1,5-8-1,6-2-93,7-1 0,4-7 0,4 4 1,2-2 27,3 0 1,-1 0 0,4-3 0,-2 1-34,1 2 1,2 7 0,1-1 0,-4 7-208,-5 6 1,1 4 0,0 2 0,-3 6-157,-1 7 1,-6 5 0,-1 7 0,1-1-347,-2 6 0,5-4 1,-5 3-1,0-4 48,-3-1 0,1-4 0,-1-2 0,-2-3 661,-1-1 0,4-7 0,2-2 0</inkml:trace>
  <inkml:trace contextRef="#ctx0" brushRef="#br1">21531 14417 8206,'0'-35'0,"2"-2"155,3 0 0,-2 1 0,5 2 0,0-4 407,0-4 1,-3 10 0,3 5 0,0 4 2090,0 6-2104,-5 7 0,8 5 0,-6 10 0,-2 5-76,-1 3 0,-2 7 0,1 4 0,2 4-273,2 0 0,2 3 1,-4 1-1,3 1-408,2-1 0,-3 3 0,3-1 1,0-2-999,0-2 0,2-1 1,2 0-1,-1-2-972,-1-3 0,0-3 2178,4-7 0,0 7 0,1 1 0</inkml:trace>
  <inkml:trace contextRef="#ctx0" brushRef="#br1">21833 14403 8077,'-4'-37'615,"-1"3"0,2 4 317,1 1 1,2 5 0,0 2 0,2 1-388,2 3 1,6 2 0,11 2 0,7 0-1228,9-1 1,6 1-1,5-1 682,5 1 0,9 0 0,4-1 0</inkml:trace>
  <inkml:trace contextRef="#ctx0" brushRef="#br1">22696 10849 8077,'-9'-8'-419,"1"1"507,1 1 0,-4 4 800,2-2-85,2 2 587,1 2-891,6 0 0,6 0 0,5 0 0,7 0-182,6 0 1,5 0 0,6 0 0,8-2-120,8-2 1,11-4 0,6-5 0,2 2-166,2 1 1,0 0 0,1-2 0,2 0-217,2 3 0,0 6 0,-7-2 0,-1 3-343,-2 2 0,-3 0 0,-2 0 0,-11 2-19,-9 3 1,-7-4-1,-8 4 1,-3-3-519,-5-2 1,-3-2 1062,-1-3 0,-7-3 0,-2-6 0</inkml:trace>
  <inkml:trace contextRef="#ctx0" brushRef="#br1">23703 10417 8352,'-14'-6'0,"-1"-4"0,3-3 961,2-1 1,5 6-609,10 3 1,5 4 0,9 2 0,5 2-34,3 2 1,2 5-1,-1-4 1,1 0-140,0 1 1,3 2 0,-2-2-1,-3 1-277,1 3 1,0 2 0,4 1 0,2 1-130,-2-1 1,0 0-1,0 2 1,1 2-2,-1 1 0,-1 5 0,-4-5 0,-3 1-50,-5 0 0,-3-4 0,-3 3 0,-4-3 239,-4-1 0,-3-1 1,-4 1-1,-3-1 332,-4 0 0,-10-4 1,-5 0-1,-5 1 161,-5 2 1,-7 7 0,-9 4 0,1 3 59,-1 2 0,1 2 0,2 2 0,-1 6-282,2 2 1,1 7 0,4 0 0,2-2-693,6-1 0,9-6 0,5-1 458,3 2 0,1-5 0,1 0 0</inkml:trace>
  <inkml:trace contextRef="#ctx0" brushRef="#br1">25271 10489 8259,'0'-14'381,"0"-1"0,-2 1 1,-2-1-61,-6 1 0,2 6 0,-2 3 1,-1 4 6,-2 1 0,-3 3 0,-1 5 1,-2 8-12,1 5 0,0 3 1,1 6-1,-2 4-99,1 4 0,7-1 0,3-1 0,2 1-135,2 0 1,4-5 0,5 2 0,5-6-156,3-4 0,7-3 0,6-7 1,4-1-100,4-3 1,6-4 0,-2-6 0,4 0-86,1 0 0,5-11 0,0-5 64,-2-5 0,-6-4 0,-3-7 0,-4-3 1,-6-1 140,-6 1 1,-6-3 0,-7 3 0,-10 0 43,-11-1 0,-9 1 0,-13 3 0,-7 0-60,-4 5 1,-9 5 0,3 9-1,-4 3-113,-2 6 0,9 8 0,6 9 0,9 9-313,8 12 1,12 6 0,9 3 0,5 0 492,5 1 0,9 5 0,9 2 0</inkml:trace>
  <inkml:trace contextRef="#ctx0" brushRef="#br1">25803 10633 8186,'0'-21'339,"-2"-1"1,-1-5 676,-2 3 0,1 12-727,4 17 0,0 5 0,0 14 0,0 0-83,0-2 0,0 5 1,0-3-1,1 5-176,4 5 1,-3-9 0,4 4-1,0-2-256,4 0 0,1-3 0,0-1 0,1-1-52,4 0 0,-2-6 0,5 0 1,-1-6 95,1-4 1,3-1-1,5-6 1,-1-4 87,-2-5 1,-2-7 0,4-4 0,-4-3 51,-1-7 1,-2 3-1,-6-6 1,-2 2 122,-1-1 1,-7 1-1,2-5 1,-4 2 203,-1 3 0,0 6 0,0 4 378,0 1 0,-4 5-398,-1 11 1,-2 7 0,4 14 0,-2 3-114,2 5 1,2 5 0,1 3 0,1 1-312,4-1 1,-3-1 0,4-3 0,0 1-153,4 0 1,3-2 0,1-3 0,1-5 28,-1-3 1,5-6-1,2-2 1,0-2 133,-1-3 1,6-7-1,-4-8 1,2-4 77,0-3 0,-4-6 0,2-1 0,0-4 91,1-4 0,-4-6 0,5 2 1,0-5 61,-2-5 0,-1 1 1,-7-5-1,-1-3 267,-3-1 1,-4 7 0,-6 6 0,-2 9 193,-2 8 0,-4 7 1,-7 10-1,1 4-54,0 3 0,-1 9 0,1 2 0,-1 6-224,1 4 0,0 3 0,1 9 0,2 1-191,1 1 1,7 7-1,-2-2 1,3 4-480,2 1 1,0-1 0,0-2-1,2-2-315,3 2 0,-2 0 1,7-2-1,1-4-157,2-4 0,1-1 1,2-2 875,3-3 0,-3-3 0,5-7 0</inkml:trace>
  <inkml:trace contextRef="#ctx0" brushRef="#br1">26508 10748 8246,'5'-38'103,"1"2"0,2 6 329,3 8 0,2 6 1,1 6-1,2 5-359,4 4 1,4 1-1,7 0 1,5 0-474,0 0 0,3 0 1,4 0-1,0 0-73,0 0 0,-4 0 1,-3 0-1,-1-2 266,-3-3 1,-8-1 0,-6-5-1,-7 1 153,-6-1 0,-3-2 0,-4-1 571,-3-1 0,-3 1 0,-6 0 989,-1-1 1,1 6 1223,0-1-2393,-1 7 1,7 4-1,3 14 1,4 7 19,1 5 1,-5 2 0,0 2-1,2 1-286,1 1 1,2 7-1,0-2 1,0 4-282,0 1 0,0 0 1,0 0-1,0 1-578,0-1 0,0 0 0,0 0 0,0 0 32,0 0 1,-1-4-1,-2-4 1,-2-5-1423,2-7 2178,-5-12 0,0 2 0,-7-5 0</inkml:trace>
  <inkml:trace contextRef="#ctx0" brushRef="#br1">26982 10690 8229,'2'-52'207,"3"-1"1,3 7 0,5 1 0,-2 10 403,-2 11 1,1 11-1,6 5 1,2 1-445,1 4 1,5 2 0,-3 1 0,1 0-315,3 0 0,-2 6 1,-1 4-1,-1 4-172,-3 5 0,-4-1 1,-4 6-1,-6 1 146,-2 3 1,-13 0 0,-5 1 0,-5-2 53,-5-3 1,-1 3 0,-2-3-1,1 2-127,-1-2 1,0-2 0,2-4 0,1 3-974,2 1 1219,7-4 0,-10 2 0,4-5 0</inkml:trace>
  <inkml:trace contextRef="#ctx0" brushRef="#br1">27371 10575 8229,'-7'-35'623,"6"6"621,-4 1 1,3 13-935,2 15 1,0 8 0,0 11 0,0 5-100,0 4 0,0 0 1,0 1-1,0 1-314,0 4 0,5-4 0,2 4 0,1-4-196,3-1 0,-3-5 0,1-1 0,3-3-35,0-2 1,4-2 0,2-3-1,1-4 131,-1-4 0,2-5 0,1-6 0,0-7 176,0-5 0,-2-9 0,-5 0 0,1-7 73,-1-2 1,-1 4 0,-2-4 0,-3 3 190,-2-1 1,-1 1 0,-3 4 0,1 2 366,2 3 0,0 3 0,-7 8-297,-3 4 1,4 4 0,-4 11 0,2 9-141,-2 7 0,3 5 1,-3 2-1,4 1-292,1 4 1,1-4-1,3 4 1,2-4-323,2-1 0,2-2 1,4-1-1,2-4-43,3-1 0,4-2 0,4-6 0,-2-2 64,-1-1 0,0-7 1,5 0-1,0-6 252,0-7 1,-2-7 0,-3-4 0,-5-1 274,-3-4 1,-2-8 0,-1-2 0,-2-4 280,-1-4 0,-5 5 0,3-11 1,-2 2 418,-3 0 1,-1 2-1,-2 7 1,0 7 326,0 7 0,-2 9 0,-3 9-690,-4 6 1,2 10 0,3 15 0,0 5-44,0 5 0,2-2 0,-3 6 0,5 2-373,5 2 0,-2 1 0,7-2 1,-1-1-1026,-1-1 1,5-1 0,-3 4 0,3-2-3532,1-2 4534,0 0 0,7 5 0,1 1 0</inkml:trace>
  <inkml:trace contextRef="#ctx0" brushRef="#br1">28162 10633 8166,'0'-50'910,"0"12"1,2 1-1,2 12-54,6 10 0,9 1 0,5 4 0,5-3-811,4-1 1,6 4-1,10 1 1,10-4-2889,12-4 2843,7 7 0,-32-2 0,1-2 0,0 6 0,0 0 0</inkml:trace>
  <inkml:trace contextRef="#ctx0" brushRef="#br1">10845 14604 10983,'-7'-14'-1542,"-1"-1"1,-6 1 1298,-1-1 0,7 6 377,4-1 57,2 7 97,2-3 0,-1 1 841,-4 0-488,3-6 0,-6 9-475,3-2 0,2 2 0,-5 4 0,2 2 97,3 6 1,-1 9-1,1 5 1,-2 5-102,2 4 0,2 11 0,1 8 1,0 4-80,0 2 0,0 6 1,0 3-1,0 3-141,0 2 0,0-6 0,1-5 0,2-7-351,2-6 1,5 1 0,-5-1-1,-2-1-89,-2-2 1,-1-4-1,0-3-163,0-4 0,0-5 1,-1-5 440,-4-5 170,3-9 0,-10-17 0,4-9 0</inkml:trace>
  <inkml:trace contextRef="#ctx0" brushRef="#br1">10730 14935 8522,'-5'-53'0,"0"2"186,2 1 0,1 4 0,2 8 0,0 6 137,0 6 1,0 5 0,2 7 0,3 0-239,4-1 1,4 1 0,1-1 0,2 3-3,3 2 1,4-3-1,7 5 1,2 0-152,2 4 0,4 2 0,-3 2 0,2 2-121,3 2 0,-5 11 0,-1 9 0,-6 4-19,-4 6 0,-4 3 0,-11 8 0,-4 1 174,-3 2 1,-10 6 0,-7-1-1,-7 1 57,-5-1 0,-13-5 1,-7-8-1,-5-3 97,-7-2 1,-12-3 0,4-8-1,5-5-133,6-3 0,8-8 0,10-3-399,4-3 1,18-9 0,11-2 411,12-4 0,18-2 0,6 1 0</inkml:trace>
  <inkml:trace contextRef="#ctx0" brushRef="#br1">11262 14993 8261,'-7'-45'325,"-1"-2"0,0 1 1019,4 4-990,2 12 0,4 17 0,2 12-281,6 4 0,3 13 1,1-2-1,1 4-138,-1 3 1,5 1-1,0 7 1,0 0-135,2-1 0,-3 6 1,4 0-1,-1-3-18,-3 0 1,2-2 0,-1-2 0,-1-2 139,-2-1 0,-3-4 1,-4 2-1,-4-1 82,-3-4 0,-2-6 0,-2-3 0,-3-1 211,-4-4 0,-9-1 0,-1-2 0,1-2-81,2-3 1,2-1-1,0-7 1,1 0-139,3-3 0,-1-6 0,6 1 0,2-1-13,2-4 1,5-1-1,3-2 1,1 2-31,3 3 1,2-1-1,3 5 1,1 4 57,2 5 0,5 5 0,-3 6 0,2 1 89,2 4 1,1 3-1,-1 8 1,-2 3-41,-3 5 0,4 3 0,-4 1 0,-3-3-35,-1-1 0,-1-1 0,-3 1 0,0-5-62,-3-3 0,-4-2 0,4 1-109,3-1 1,-4-6 0,1-3-11,2-4 1,-3-1-1,2-1 1,0-4-46,-2-5 1,4-2 0,-4-3 0,0-1 113,-3-3 0,2 1 0,-3-4 1,0 0 47,-3-1 1,-2 4 0,-4-3 0,-5 1 237,-3 3 0,-3 2 0,-3 2 0,-5 0 72,-3-1 1,5 2 0,1 4 0,2 2-26,0 1 1,6 3-1,8-7-393,3-1 1,10 3-1,7-2 1,7-1-13,5-2 0,8-6 0,4-2 0,2 1-97,3-1 1,0-5 0,3 2-1,1-3 94,-2-2 0,-1 5 0,-4 0 0,-4 0 318,-8 2 1,-13 1-1,-12 7 187,-2-1 0,-4 7 1,-2 4-1,-6 2-24,-3 2 1,-1 0-1,0 2 1,-1 2-111,1 6 1,4 3-1,1 3 1,-3 3-57,0 5 1,4 3-1,3 2 1,3 0-211,2 0 0,0 1 1,0 2-1,2 3-86,3 2 1,3-5 0,6 1 0,0-1-104,1 2 1,-1-9-1,1 4 1,-1-3 3,0-4 1,-4-1 0,-2-7 146,-2 1 353,-1-7 0,-11-2 0,-4-7 74,-3-4 0,4 2 0,1-7-224,1-1 1,3 3-1,4-2 1,0-1-204,0-2 1,8-1 0,6-1-1,7 1-73,1 0 1,10-2 0,-3-2 0,1 1 13,1 4 1,-3 0 0,1 8 0,0 2 73,0 1 1,-2 4 0,-3 4 0,-5 7 34,-3 5 1,-3 6 0,-4-4 0,-4 1 55,-3 0 1,-9 0 0,-4-4 0,-6 3 102,-7-3 1,-8-1 0,-4-3 0,0-2-217,-4-1 0,-2-7 1,-1 2-1,1-4-297,4-1 1,5 0 0,10-1 0,9-4-395,7-5 1,9-2 791,8-3 0,12-12 0,15-3 0</inkml:trace>
  <inkml:trace contextRef="#ctx0" brushRef="#br1">13117 15007 8261,'0'-29'60,"0"0"1,0 1 330,0-1 1,-5 0 0,-1 2 0,0 3 60,-1 5 1,-2 3 0,2 3 0,-1 2-216,-3 1 1,-2 7 0,-1 0 0,-1 8-226,1 9 1,0 4 0,1 9 0,2 3-32,1 0 1,5 1 0,-3-1 0,2 2-130,3 2 1,1-1 0,2-6 0,0-1-156,0-2 0,0-5 1,2 4-34,3-3 1,-2-2 0,6-8 230,3-6 0,0-2 0,3-4 1,-1-2 75,0-6 0,1-3 0,-2-1 1,-2-2 23,-2-3 0,1 1 1,3-4-1,-2-1 41,-1 1 1,-7 4 0,3-1 122,1 3 1,-4 3-268,6 4 0,-4 4 1,3 10-1,0 4-355,0 4 0,-3 2 1,4 1-1,3 1 463,0 2 0,9 0 0,2-4 0</inkml:trace>
  <inkml:trace contextRef="#ctx0" brushRef="#br1">13534 14647 8371,'-22'-37'120,"1"4"0,7 10 1,-1 9 282,1 8 1,4 10 0,2 6-1,2 4-259,3 6 1,1 2 0,2 8 0,2 4-223,3 4 0,3-1 1,6 1-1,0 2 26,1 2 1,1-4 0,1-1 0,2 0 20,-1 0 1,-2-5 0,-3 1 0,-4-2 1,-4-3 0,2 1 1,-3-2 96,0-3 0,-4-4 98,-5-11 1,-3-4 0,-5-11 0,2-7 31,1-5 1,2-7 0,-1 1 0,2-4-144,1 0 1,4-1 0,-3 0 0,4 0-22,1 1 0,5 5 0,1 4 1,2 3-188,3 2 0,4 4 0,2 2 1,4 2-16,1 2 0,2 4 0,5 7 0,0 6 66,0 4 0,-5 7 0,0-3 0,0 1 20,-2 4 0,-1-1 1,-7 1-1,-1-4 38,-4-1 1,-2 3-1,-7-5 1,0-1 33,0-2 0,-8-6 1,-5-1-1,-6 1 100,-3-2 1,2 0 0,-4-5 0,0 2 37,2-2 0,1-1 0,7-4 1,-1-1-31,1-2 0,1-6 1,4 1-1,4-3-137,3-1 1,4 0 0,3-1 0,6-1 21,6-3 0,1 3 0,4-3 0,1 3-3,-1 1 1,2 1 0,5 0-1,0-1 48,-1 1 0,6 4 0,0 2 1,-1 0-63,2 0 1,-9 5 0,3 0-1,-4 6-205,-2 7 1,-7 7 0,-8 4-1,-2 1-264,-3 4 1,-3 1 0,-5 2 0,-4-2 502,-4-3 0,-8 3 0,-1-4 0</inkml:trace>
  <inkml:trace contextRef="#ctx0" brushRef="#br1">14066 14705 8344,'-1'-42'0,"-2"5"462,-2 9 0,-2 7-330,3 11 0,2 17 0,-1 12-132,6 6 0,5 11 0,6 0 0</inkml:trace>
  <inkml:trace contextRef="#ctx0" brushRef="#br1">14340 15309 8325,'-13'-32'0,"3"3"744,6 7-332,-4 4 0,12 9 0,1 1 0,8 1-357,6 4 0,-1-5 0,4-1 0,0-4 64,1-2 0,-4-4 0,5-3 0,2-4-11,1-4 0,0-8 1,-2-1-1,-1-4-105,2-5 1,-5-5 0,-2-7 0,-3-1-18,-2 5 0,-1-2 0,-3 6 0,-6-3 80,-2 2 0,-2 5 1,-2 12-1,-2 8 366,-6 12 1,-3 9-1,-1 8 1,-2 4-77,-3 4 1,3 17-183,-3 8 0,3 7-45,1 7 0,1-1 1,1 4-1,3 0-124,6 0 0,2 2 0,2 3 0,0-2-166,0-1 0,8-7 0,5 1 0,8-6-180,6-3 0,0-12 1,10-2-1,-1-6-29,1-4 0,-3-6 0,3-3 0,-4-4 60,-6-1 0,0-6 0,-9-4 1,-4-2 122,-2-3 0,-8-4 0,4-2 0,-1-1 182,-4-4 0,0-1 0,0-2 0,2 1 286,-2-1 1,-1 6 0,-2 4 0,0 3 1182,0 2-1269,0 6 0,0 8 1,2 9-1,1 6-127,2 4 0,1-1 1,-3 4-1,4 0-547,1 1 1,0-6 0,3 3 0,-2-4-1003,2-2 1,2 0 1480,2 1 0,-1-1 0,0 0 0</inkml:trace>
  <inkml:trace contextRef="#ctx0" brushRef="#br1">15203 14618 8440,'-15'-33'839,"1"-1"0,4 7-707,1 8 0,6 11 1,-2 8-1,3 10-1296,2 7 1,7 4-1,2 4 1164,4-1 0,8 0 0,1 5 0</inkml:trace>
  <inkml:trace contextRef="#ctx0" brushRef="#br1">15706 14633 8362,'0'-29'111,"-1"0"1,-4 0 469,-5 1 0,2 5 0,-1 6 0,-3 4-86,0 3 0,-3 9 0,-1 1 0,-1 9-642,-3 9 0,-3 4 1,3 7-1,3 0-3,1 0 0,3 4 0,3 1 0,6-2 66,2-2 0,2-1 0,2 0 0,2-2-37,6-3 1,3 3 0,3-5 0,1 1 64,3-4 0,0-3 0,-2-2 0,1-1 48,-1-3 1,-4-2 0,-3-5 218,-1 2 31,-1 0 0,-7-5 0,-7 0 0,-8 0-147,-6 0 0,-3 0 1,-7 0-1,-1 0-131,-4 0 0,4 0 0,-4 0 0,5-2-291,5-3 0,5 2 1,10-7-1,4-1-1898,3-2 2225,9-1 0,13-13 0,11-4 0</inkml:trace>
  <inkml:trace contextRef="#ctx0" brushRef="#br1">15936 14475 8275,'0'-29'369,"0"0"0,-1 2 1,-3 3 1992,0 5-2160,-1 9 1,5 15 0,0 11 0,0 5-19,0 4 0,-2 9 1,-1 4-1,-2 4-259,2 1 0,1-5 1,2 1-1,0 1-349,0 1 0,-1 7 0,-2 0 0,-4-2-404,-1-1 0,4-3 1,-6-1-1,-1-1-1066,-2 0 1894,-1-8 0,-1-5 0,1-4 0</inkml:trace>
  <inkml:trace contextRef="#ctx0" brushRef="#br1">15850 14935 8275,'0'-37'238,"5"-8"1,1 7 0,1 4 314,-1 7 0,4 7 0,-4 5 1,2 2-188,3 4 0,2 2 1,3 7-1,1 0-120,3 0 1,4 7 0,-5 2-1,0 4-113,2 2 1,-4-1 0,7 0 0,2 1-316,1-1 0,0 5 1,-1 0-1,-4-1-425,-1-2 0,-2 0 1,-6 2-1,-4 1-514,-4-2 0,2 1 0,-3 0 1121,0 1 0,-9 0 0,-3-5 0</inkml:trace>
  <inkml:trace contextRef="#ctx0" brushRef="#br1">16181 14590 8123,'0'-34'586,"0"-1"-268,0-2 1,1 13-1,4 5 1,5 13-424,3 9 105,1 5 0,7 13 0,1 1 0</inkml:trace>
  <inkml:trace contextRef="#ctx0" brushRef="#br1">16957 14518 8341,'0'-43'173,"0"1"1,0 4 559,0 4 1,0 10-1,0 5 1,0 3 41,0 2 1,-6 7 0,-4 7 0,-4 10-480,-5 7 1,-3 14 0,-9 10 0,-1 9-100,-1 6 1,-1-2 0,5 10 0,2-2 8,3 1 0,5-1 0,11-6 0,10-3 39,10-5 0,16-10-341,10-4 0,11-17-356,9-7 1,3-7-1,11-3 1,4-2-1687,3-2 2138,-37 1 0,0-2 0,1-5 0,1-1 0,3 0 0,0 0 0</inkml:trace>
  <inkml:trace contextRef="#ctx0" brushRef="#br1">11032 16230 8251,'0'-30'-55,"0"-7"0,0 11 0,1 2-260,4 2 0,5 9 0,7 8 0,6 4 536,4 1 1,0 6 0,13 4 0,3 2 13,3 3 0,15-1 0,5-1 0,13-3-173,-32-7 0,2-2 1,8 0-1,1-2-435,4 0 1,1-2-1,4-3 1,0-3 464,0-2 1,1-2-1,5 0 1,2-1-1,-20 4 1,1 0 0,-1 0-1,2-1 0,1-1 0,-2 1 0,-1 1 0,0 1 0,0-1 0,1 0 0,1 1 0,-1 0 0,26-3 0,-2 3-78,-4 0 1,0 2 0,2 0 0,0 1 0,1 1 0,0 0 0,2 2 0,0 0 0,-1 0 0,0 1-77,1 0 0,1-1 1,-28 2-1,1-1 0,0 1 1,5 0-1,1 1 0,1 1 1,-2-1-1,0 0 0,0 0 8,2 0 0,0 0 0,-1 0 0,0 0 0,0 0 0,0 0 0,-1-1 0,0 1 0,0-1 0,1 0 0,0 0 0,-1 0-120,3-1 0,-1 1 0,0-1 0,-1 0 0,0 0 0,0 0 0,-3 0 0,0 1 0,0-1 0,-2-1 0,0 0 0,0-1 120,-1 0 0,0 0 0,-1-1 0,22-2 0,-2 0 0,-3 0 0,-1 0 0,-2-1 0,-2 1 169,0 0 0,-2 0 0,-7 2 0,-2 0 0,-10 1 0,-1 0 0,31-2 132,-11 3 1,-6 0 0,-6-1 0,-4 0-172,-3 0 1,-2 3 0,0 1-1,-3-2 365,-6-3 1,-2 2-1,-13-6-341,-1-3 0,-4 0 1,-4-3-1,-6 1 456,-2-1 0,-2 1 0,0 0 1,-2 1-269,-2 3 0,2-3 0,-4 4 1,1-4 101,0-1 1,-5-6-1,6 0 1,0-3-336,3-2 0,1-2 0,0-5 0,1-4-234,4-2 0,3-13 0,7 3 0,-1-8 37,0-6 0,1-10 0,-9 31 1,1 0-1,-2-2 0,1 0 101,-1-2 0,-1-1 0,-2-1 0,0-1 0,0-2 0,0 0 0,-1-1 0,0 1 8,-1-1 0,0 1 0,-3 2 0,0 0 1,-2 1-1,0 0 0,-1 0 0,-1 1 55,0 1 0,0 1 0,-1 1 0,0 1-6,-11-35 1,-4 12 32,-6 12 1,1 11 0,-1 1 0,-1 6-121,-4 7 0,2 6 0,-6 9 1,-2 4-176,-2 4 0,1 3 137,2 2 0,-1 7-18,7 2 0,4 4 46,5 1 0,2 1 32,-2-1 1,-3 1 0,3-1 0,-4 0 101,0 1 0,-8-1 0,-2-1 0,-5-2 72,-5-1 0,-5-5 1,-9 3-1,-4 0-15,1 0 0,-1-4 0,4 4 1,-8 0-94,-10 0 1,34-3 0,-1 0 0,-5 2 0,-1 0 0,1 0 0,0-1-111,1-1 1,0 0-1,-1 1 1,0 0 0,-3-1-1,-1 0 1,-2 1-1,-2-1 76,-1 0 0,1 0 0,-1-1 0,2-2 0,3-1 0,0-2 0,0 1 0,0 0 0,-2 0 0,-1 0 0,-4 0 0,-1 0 0,-2 0 0,0 0 0,5 0 0,-1 0 6,2 0 1,-1 0 0,-3 0 0,-1 0-1,-6 0 1,-1 0 0,0 1 0,-1 0-127,2 1 1,0 1 0,-2-2 0,0 1 0,2 2 0,0 0 0,-2 0 0,-1 0 105,1 0 0,-1 0 1,-3 0-1,-1 1 1,1 2-1,0 1 0,2-1 1,0 0-14,2 0 1,-1 1 0,1-1 0,-1 0 0,-1 0 0,-2 0 0,0 1 0,-1-1-3,3 0 0,0 0 0,2 0 0,1 1 0,4-1 1,1 0-1,-1 0 0,-1 0 10,0 1 0,1-1 0,4-3 1,1 0-1,7-1 0,0 0 0,5 0 1,0-1 26,1 0 0,1 1 0,3-1 1,1 0-1,1-1 0,2-2 0,-32 0 87,15-4 1,6 3-1,20-4 1,-1 1 80,-1 0 1,5 1-1,-2 4 1,5 1-92,3 4 0,6-2 0,0 7 0,6 1-15,2 2 0,7 3 1,-2 1-1,3 3-217,2-3 1,0-1 0,0-1 0,0-1 411,0 0 0,0 1 0,2-1-140,3 0 0,-4 1 0,6-1 0,-2 1 106,-1-1 1,8 7 0,-3 4 0,4 7 168,1 7 0,1 10 0,-1 10 0,1 12-260,-1 9 1,-9-35 0,-1 2 0,1 3 0,0 0 0,0 2 0,0 1-205,-1 1 0,0 1 1,2 2-1,0 1 1,-1 1-1,-2 0 0,2-1 1,0-1-704,0-1 0,0 0 1,1-1-1,2 1 784,1 1 0,1 1 0,1-3 0,-1 0 0,-1 0 0,1 0 0,2 1 0,0 0 0,2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29859 11597 8281,'0'-14'0,"0"-1"488,0 1 0,-1 6 0,-3 1-211,0 1 1,-1 6 0,5 0-398,0 8 1,6 0 0,4 2 0,4 1-804,5 2 1,-1 1 922,6 0 0,0 1 0,5-1 0</inkml:trace>
  <inkml:trace contextRef="#ctx0" brushRef="#br0">29687 11827 8196,'0'-14'376,"0"-1"0,1 3-229,4 2 0,8 4 0,7 6-147,3 0 0,7 0 0,7 0 0</inkml:trace>
  <inkml:trace contextRef="#ctx0" brushRef="#br1">6185 5712 9228,'7'-6'2755,"0"4"-2536,-7-11 0,-2 7-193,-3-4 0,2 2 0,-6 5 0,-2-3 0,-2-1 65,-2 1 1,4 1 0,-2 5 0,-3 0 2,0 0 0,-6 2 0,-2 4 1,-3 9-3,-2 7 0,0 12 1,1 5-1,-1 8-14,0 6 1,2 9 0,3 5 0,6 3 9,7 2 0,5-3 0,7-7 1,6-9-4,7-6 1,2-12-1,10-5 0,2-6-64,4-3 1,4-8 0,-4-9 0,3-2-90,1-2 0,1 0 0,3-2 1,-3-2-92,-2-6 0,0-9 0,-3-5 1,2-3 10,-2-2 0,3-6 0,-2-4 0,1-4-61,1-5 0,0-8 1,5-8-1,-3 0-3,-2 1 1,-1-5 0,-5 6 176,-1 1 1,-5 4-1,-6 4 1,-6 7-1,-6 4 35,-3 4 1,-7 6 0,-3 0-1,-3 6 238,-5 7 0,-2 3 0,4 2 0,0-1 289,-1 1 1,1 4-111,-1 1 1,3 4 121,2-5-283,4 7-153,6-3 1,0 18 0,0 8 0,1 8 199,4 11 1,-2 6-1,5 14 1,0 3-27,0 5 0,-3-1 0,5 1 0,1 2-406,2 1 1,6 0-1,1-3 1,1-6-775,0-6 1,5-12 0,-2-10 0,3-6-1528,2-7 2430,-1-8 0,1-12 0,0 0 0</inkml:trace>
  <inkml:trace contextRef="#ctx0" brushRef="#br1">7479 6057 7946,'-5'-24'0,"-1"2"73,-2 1 0,5 1 0,-2 2 1,2-1 520,-2 1 1,3 2 0,-3 2 0,4-2-300,1-3 1,0 3 0,-2-5 0,-1 2-27,-2-1 0,-1 3 1,3 6-1,-4 1 9,-1-1 1,-1 5 0,-6 1-1,1 6-22,0 9 0,-7 3 0,-3 14 0,-3 5 3,-2 3 1,0 8 0,0 7-1,2 1-179,3 3 0,3 1 0,9-3 0,2-4-252,5-3 1,4-3 0,2-4 0,4-6-112,5-6 0,4-10 0,5-8 0,5-2 19,3-3 1,-3-3 0,-1-5 0,-1-6 96,0-6 0,1-1 1,1-6-1,-5-2 64,-3-1 0,-6-2 0,-1-1 1,1-2 128,-2-1 0,3-6 0,-6 7 1,-1 3 311,3 4 0,-6 7-54,4-1 0,-3 11 0,-2 10-152,0 10 1,0 4-1,1 8 1,4 2-529,5 1 0,-2 7 0,3-1 0,3-2-1269,4-6 1,8 1 1664,-3-7 0,11 7 0,3-4 0</inkml:trace>
  <inkml:trace contextRef="#ctx0" brushRef="#br1">8256 5827 8021,'-7'-29'527,"-2"1"0,-2 5 1,-1 3-1,3 0 87,-2 1 1,3 0 0,0 5 0,0-1-216,0 1 1,3-1 0,-5 3 0,-1 0 87,-2 3 0,-1 7 1,-2 2-269,-3 8 0,3 11 0,-5 5 0,2 5-107,0 5 1,-5 3-1,3 6 1,0-2-348,0-2 1,7 1 0,6-7 0,2-1-75,2-2 1,3-2-1,2-4 1,6-5-152,7-3 0,2-2 0,10-1 1,1-2 67,0-1 0,5-5 0,-10 3 1,2 0 312,0 0 1,-6-4 0,1 6 0,-3 1 191,-2 2 1,-1 1 0,-2 1 0,-3-1 29,-1 0 1,-2 6-1,-7 0 1,-3 1-29,-4 0 1,-9 3 0,-3-5 0,-1-1 32,-4-2 0,-1-2 1,-3-1-1,-2-2-136,-2-1 1,-4-7 0,4 2 0,2-5-347,2-5 1,3-5 0,3-7 0,5-4-1006,3-1 0,8-9 0,4-7 1339,8-4 0,10-1 0,8 0 0</inkml:trace>
  <inkml:trace contextRef="#ctx0" brushRef="#br1">8673 5784 7962,'8'-22'168,"3"-4"1,-5 5 0,1 1 253,-1-1 1,4 2 0,-5 4 568,-2 1 1,-3-1-579,-5 1 1,-3 6 0,-6 5-1,-2 6-134,-4 7 1,3 4 0,-6 4-1,1 2-55,0 3 0,-2 1 0,-5 5 0,2-1-149,3 1 1,-2 0 0,7 0-1,1-1-109,3 1 0,5-2 0,2-1 0,2-4-179,2-1 0,11-2 1,7-4-1,8-3-119,6-2 0,0 1 0,3-4 0,1-1 12,1 0 0,1 1 1,-5-2-1,-1 3 222,1 0 0,-6 4 0,-4 0 0,-3 4 104,-2 3 0,-6 2 0,-3-2 0,-5 5 131,-5 3 1,-3 2 0,-8-1-1,-3 1 116,-5 0 0,-8-5 0,-3-2 1,-2-1-138,-3-3 0,0-4 0,0-4 0,3-6-98,2-2 0,3-2 1,10-3-378,8-7 1,1-1-1,10-14 1,4-6-1,7-4 359,5-2 0,14-11 0,4 3 0</inkml:trace>
  <inkml:trace contextRef="#ctx0" brushRef="#br1">8975 6029 7929,'-5'-28'601,"0"5"22,-6 8 0,16 10 0,0 10-170,6 5 1,-2 2 0,-1 4-1,0 2-440,0 1 0,-3 7 0,3-4 0,-1 2-601,-4 0 0,3-1 0,-1 2 1,-2-2-762,-1-3 0,-2 4 1349,0-5 0,0 1 0,0-6 0</inkml:trace>
  <inkml:trace contextRef="#ctx0" brushRef="#br1">9104 5755 7913,'-35'-20'498,"11"8"0,0 0 0,7 4 2572,2 4-2446,7 3 0,3-4 0,10 0-1475,5 2 0,3-3 0,3 1 851,3 2 0,-3 1 0,5 2 0</inkml:trace>
  <inkml:trace contextRef="#ctx0" brushRef="#br1">9924 5885 7948,'0'-15'32,"0"1"1,0 0 0,0-1-1,0 1 622,0-1 1,0 1 0,0 0-197,0-1 1,0 1-1,-1 1 1,-4 2-125,-5 1 1,2 2 0,-3-1 0,-3 4-68,-4 3 1,-8 2 0,2 2-1,-3 4 21,-1 9 1,-6 12-1,-1 11 1,0 4-102,-1 1 1,5 8-1,7 5 1,4 5-191,4 0 0,8-4 0,7-4 0,9-5-237,11-3 0,15-13 0,9-7 0,8-7-114,5-10 1,1-5 0,-1-5 153,-3-2 0,1-11 1,-6-9-1,-1-3 1,-3-3-19,-1-4 0,-4-3 0,-2-6 0,-2 0 160,-3 0 1,-4 4 0,-4 3 0,-4 1 194,-4 3 0,-8 8 0,-5 4 156,-6 4 0,-5 8 0,-8 5 0,-2 6 28,-1 7 1,-7 4-1,4 4 1,-2 4-57,0 6 0,2-3 0,-4 9 0,4-4-189,1-1 1,2 1 0,6 1-1,2-1-328,1-3 0,7-3 1,-2 0-1,4-3-68,1 0 0,1-12 0,4 1 0,5-7 164,2-3 0,3 0 1,-1-2-1,2-2 84,3-6 0,-3-8 1,3-2-1,-3-3 60,-1-2 1,-1-4 0,1-3 141,-1-2 1,-4 6 0,-2 5 0,-2 2 0,-1 4 1615,1 1-1465,-4 8 0,4 5 0,-6 12 1,0 9-175,0 3 1,6 11-1,4-4 1,3 3-205,1-1 1,2-6 0,2-1-1,4-1-53,5 0 1,-1-6 0,7-1 0,-4-9-19,-5-4 1,3-2 0,-3-2 0,2-3 41,-2-4 0,1-11 0,-5-5 0,-1-7 21,2-6 1,-5-6 0,3-2 0,-5-4-63,-4-1 1,2-8-1,-2-8 1,1-2-23,-1 2 0,1-2 1,-6 7-1,-4 1 585,-4 2 0,-3 21 0,-7 11 222,-1 12 0,2 10 0,-7 10 1,5 6 55,4 7 0,-1 12 1,5 12-1,-1 7-155,1 7 1,-4-1 0,6 7 0,0-3-316,3-1 0,1 1 1,1 2-1,4 1-519,5-1 0,11-7 1,7-4-1,12-4-792,11-4 1,10-22 0,16-7-1,3-16 1107,-40-4 0,0-5 0,3-7 0,-2-4 0,-1-6 0,0-1 0</inkml:trace>
  <inkml:trace contextRef="#ctx0" brushRef="#br1">12786 5453 7922,'0'-43'287,"0"6"1,0 5-1,0 7 2361,0 5-2137,0 4 1,0 10 0,-1 8-1,-4 12-100,-5 13 0,-2 10 1,-4 11-1,-4 6-106,-4 7 0,-3 5 0,0 4 0,2-1-373,1-2 0,1-6 0,-1 1 0,5-3-255,3-1 1,2-4-1,1-4 1,3-9-829,6-4 1,2-10 693,2-8 0,0-11 1,0-8-1,2-9 486,2-9 1,0-11 0,4-9-1,-2-5 17,-3-5 0,5-3 0,0-7 0,2 1 156,-1-1 0,1 5 1,3 0-1,-1-1 89,3-2 0,-9 7 0,9 5 0,-3 11 249,1 7 0,2 7 0,-1 11-150,0 8 0,1 8 1,-1 13-1,0 6-150,1 5 1,1 8-1,1-2 1,3 4-327,-3 1 1,-1 0 0,-1 0 0,-1 1-582,0-1 1,-4 0-1,-1-1 1,3-1-524,0 2 1,1-4-1,-3 5 1,-5-5-1279,-4-4 2468,-1-2 0,0 3 0,0 0 0</inkml:trace>
  <inkml:trace contextRef="#ctx0" brushRef="#br1">12643 6158 7938,'-15'-35'587,"1"6"0,-1-1 2149,1 4-2291,6 9 0,10-3 0,10 9 1,9 2-257,6-2 1,5 3-1,11-2 1,4-3-273,6-4 0,-6 1 1,11-5-1,-2 2-236,0-1 1,1-10 0,-2 0 0,-6-6-51,-6-3 0,-9-3 0,0-3 0,-6-4 152,-4-9 0,-3 5 1,-8-3-1,-4 5 248,-4 5 1,-5 6 0,-6 5-1,-7 6 530,-5 11 0,-7 4 1,1 9-1,-3 2 49,-2 1 1,7 9 0,2 2 0,3 6-173,-2 4 1,3 5 0,-3 9 0,3 6-180,1 2 1,6 11 0,-1 4-1,-1 6-349,-2 3 1,5 1-1,3 1 1,4-5-207,1-2 1,6-8 0,4 0-395,2-3 1,11-7-1,4-10 1,7-7 0,4-6-330,7-3 1,4-9 0,12-9 0,4-11 586,7-9 0,-34 6 0,-1-2 0,34-20 0,-4-4 300,-5-1 1,-11 0-1,-8 2 1,-7 1 135,-6 1 0,-9 9 0,-7 1 1,-7 8 484,-6 5 1,-2 2 0,-4 1-1,-5 2 570,-3 1 1,-3 7-1,-1-2 1,-4 4-328,-1 1 1,2 6 0,-2 4 0,0 3-504,-1 1 0,4 5 0,-3 2 0,1 0-189,3-1 1,2 1-1,4-3 1,1 3-98,1 1 0,7-3 1,-2 4-1,3-1-526,2 0 0,7-2 0,2 2 239,4-1 1,3-4 0,2-6 0,2-1 0,1 0 225,0-2 1,-2 3 0,-4-6 0,-1-2 305,0-2 0,1 4 0,-3 2 0,0 1 66,-3 3 0,-4-3 1,3 3-1,0 3 151,0 4 1,-5 3 0,2-2-1,-2 5-110,2 3 1,-3 3-1,2 2 1,-2 2-155,-2-2 1,0 3-1,0-1 1,0-2-224,0-2 1,-2-1 0,-2 0 0,-8-1 22,-5 1 1,-6 5 0,-5-1 0,-1-2-93,0-6 1,0-4 0,1-8 0,-3-4 90,-2-4 1,4-5 0,-1-6 0,6-10-26,3-11 1,3-8 0,9-9-1,5 0-396,8-4 0,7-5 1,13-8-1,9-3-29,7-1 0,3-3 0,-20 33 1,-1 0-1,2 1 0,0 1 130,2 1 1,1 2 0,29-26 0,1 6 0,-1 10 113,-3 8 0,-5 8 1,-11 15-1,-8 4 355,-9 3 0,-5 4 1,-6 3-1,-6 3 584,-6 0 1,-5 4 0,-8 0 0,-1 4 295,-2 3 1,-1 5 0,6-3 0,0 1-536,-1 3 0,2 3 0,2 0 1,3 1-326,2 0 1,1-5-1,5 0-286,0 2 0,2-6 0,2-1 0,6-3 1,4-1-375,6-1 1,-3-1 0,7-3 0,2-6 67,1-2 0,2-8 0,-2-4 0,-2-4 122,-1-6 1,-6-2 0,0-7 0,-6 1 177,-2-1 1,-7 0 0,2 0 0,-4 0 340,-1 1 0,-1 5 0,-4 2 594,-4 1 0,-4 5 0,-2-1 725,1 5 0,4 8-1027,1-2 1,7 10 0,2 5-363,8 2 1,0-2 0,3 0-1,4-1-278,2-1 0,7 5 1,-5-4-1,1 4-88,0 2 0,-2-1 1,4 0-1,1 2 91,-1 4 1,-4-4 0,-1 4 0,-4 0 169,-3-1 0,-2 5 1,1-5-1,-4 0 47,-3 2 0,-7-5 0,-2 3 0,-1-5-31,-3-4 1,-2 1 0,-1-6 45,0-2 0,1-3 0,3-5-16,6-4 1,-3-4-1,2-3 1,2-3 55,2-5 1,7-3 0,2-2 0,3 0 0,2 2 106,3 3 0,3-2 0,-1 6 0,1 0 45,-2 4 0,4 0 0,0 12 0,1 0-148,4 3 1,-4 2-1,1 6 1,-1 6-473,0 4 0,-4 9 0,1-4 0,-4 2-1046,-6 0 1,4-1 0,-5 2-175,0-1 1,-2-11 1602,-6 1 0,0-3 0,0 4 0</inkml:trace>
  <inkml:trace contextRef="#ctx0" brushRef="#br1">14829 5784 7878,'-24'-24'0,"1"2"649,3 1 0,5 3 790,6 9 0,7 2-1972,2 7 0,2 7 0,7 1 533,2 0 0,9 5 0,2-5 0</inkml:trace>
  <inkml:trace contextRef="#ctx0" brushRef="#br1">15116 5669 7867,'-12'-42'931,"2"6"-646,5 7 1,5 14 0,3 15 0,2 8-137,-2 5 0,4 2 0,-1 1 1,1 3 560,-1 5 0,4-2 1,-4 4-1,0 3-387,1 2 0,2 8 0,-4-6 0,0 1-560,1 1 0,-2-4 0,4 4 0,-2-2-419,-3 1 0,0-1 1,1-4-1,2-2-375,2-3 0,-3-3 1031,4-6 0,1-7 0,4-2 0</inkml:trace>
  <inkml:trace contextRef="#ctx0" brushRef="#br1">15447 5683 7867,'-6'-19'941,"-4"0"1,4 5-85,1 4 1,-1 8 0,1 2-315,2 8 0,1 5 0,2 3 0,-2 2-304,-2 1 1,2 5-1,-3-3 1,4 1-364,1 4 1,0-1 0,0 1 0,0-4-62,0-1 0,0 3 0,1-5 1,2-1-101,2-2 1,2-2 0,-4 0 10,2 1 1,1-7-1,-1-3 359,4-4 1,-1-1-1,0-1 1,0-4 142,0-5 1,2-3 0,4-1-118,1 0 1,-1 4 0,1 2-81,-1 2 1,0 1 0,2 5-1,2 0-321,1 0 1,0 2 0,-4 2 0,-1 4-529,0 0 0,1 5 0,-1-3 1,-1 4-62,-4 5 0,-2-3 0,-7 5 879,0 0 0,0-5 0,0 5 0</inkml:trace>
  <inkml:trace contextRef="#ctx0" brushRef="#br1">15131 5870 7935,'0'-19'0,"-2"-2"742,-3-1 0,5 6 0,0 2 0,10 6-436,8 1 0,6 1 0,9-5 0,7 1-670,6-1 0,10-2 0,10-1 0,1-1 364,2 1 0,-2-7 0,-10-1 0</inkml:trace>
  <inkml:trace contextRef="#ctx0" brushRef="#br1">15850 5683 8119,'6'-33'166,"4"-1"1,-2 9 0,2 12-519,1 11 1,-5 13 0,0 10 0,-1 0 453,0 0 0,5 0 1,-4-4-1,0 4 286,1 1 1,-1 1-1,-3 2 1,4-1-286,1 2 1,-3-5-1,3-1 1,-2 0 8,-3-1 1,-1 0 0,-2-5 47,0 1 1,-2-2-1,-3-4 28,-4-4 0,1-4 0,-2-1 189,-1 0 0,3-6 0,0-3 0,2-4-13,2-2 0,3 1 0,1 0 0,0-1-230,0 1 1,6-1-1,4 1 1,3 0-72,1-1 1,0 2 0,1 2 0,1 3-3,3 2 1,3-4 0,5 5-1,-1 2-35,-2 2 0,0 2 0,5 2 1,-2 4-66,-3 1 1,1 1 0,-5 6 0,-3-1 24,-1 1 1,-1-1 0,-1 0 0,-1 1-56,-4-1 0,-2 1 0,-7-1 0,0 0-7,0 1 1,-2-1-1,-3 0 65,-4 1 1,-4-7-1,-1-3 90,-1-4 1,1-1 0,1-1-1,3-4 117,6-5 1,-3-3-1,2-1 1,2-2 30,2-3 1,5-3-1,4-6 1,4 3-11,4 1 0,3 1 0,-2-2 0,4 2-105,2 3 1,1 7 0,4 8 0,1 4-264,0 1 1,0 8-1,1 6 1,2 10-511,1 8 1,1 0-1,-5 8 1,0 3-1217,-1 3 1,-4 4 1876,0-2 0,-13-3 0,2 4 0</inkml:trace>
  <inkml:trace contextRef="#ctx0" brushRef="#br1">17792 5439 7877,'-2'-27'0,"-1"3"335,-2 4 0,-5 4 0,4 4 1746,-2 2-1345,5 4 0,-3 7-401,6 4 0,0 3 1,0 8-1,0 2-36,0 1 1,4 11-1,3-1 1,-1 3-5,0 3 0,4 2 0,-5 4 0,-2-1-192,-1-1 1,2-7 0,1 3-1,-2 0-269,-1 3 0,-2-2 1,0-3-1,0-2-455,0-3 1,0-4 0,-2-1 0,-1-3-1397,-2-2 0,1-2 2017,4-2 0,-7-12 0,-1-4 0</inkml:trace>
  <inkml:trace contextRef="#ctx0" brushRef="#br1">17490 5798 7899,'-15'0'221,"-1"0"0,-1 0 0,-2 0 573,1 0 1,4 2 0,2 1-417,3 2 1,9 5-1,3-6 1,13 0 76,10-3 0,1-1 0,13 0 0,4-1-191,8-4 1,-1-2 0,1-4-1,3 2-635,1-3 1,3 0 0,2-3 0,-1 1-682,-4 0 0,-1 4 1052,-12 0 0,3 1 0,-9-6 0</inkml:trace>
  <inkml:trace contextRef="#ctx0" brushRef="#br1">18827 5597 7912,'-8'0'-454,"-5"6"0,5 2 1</inkml:trace>
  <inkml:trace contextRef="#ctx0" brushRef="#br1">19014 5453 7912,'0'-24'-36,"0"0"1,0 7 0,0-3 0,0 4 1012,0 2 1,0 0 16,0-1 1,-5 1-547,1-1 1,-6 6-1,4 1-201,-2 1 1,-2 3-1,-4 5 1,-2 6-7,-3 7 0,1 4 1,-6 10-1,-2 8-31,-1 4 1,-2 9 0,1 2 0,-1 4-136,0 2 1,2-7 0,3 6-1,5-5-134,3-5 1,8-1-1,3-3 1,5-4-33,5-4 1,9-6-1,10-4 1,3-6-43,2-7 0,0 0 1,-2-6-1,-1-2-5,-2-1 0,0-4 1,4-3-1,1-4-20,0-4 1,0-3 0,-1-2 0,3-2-54,2-3 1,-2-1 0,2-4-1,-2-3-8,-3-2 1,-4 1-1,-1-7 1,-2-1 112,-4-1 0,-2-2 0,-6-1 0,-4 0 62,-3-4 0,-2 3 0,-2-1 0,-3 6 135,-4 6 1,-9 5 0,-3 4 0,-1 4 83,-4 5 1,-1 0 0,0 11-1,1 2-33,2 1 1,0-2 0,-4-1 0,0 2-61,4 1 1,2 2 0,5 0 0,-3 2 29,3 2 0,2 0 0,4 4 0,3 0 74,2-1 0,-4-2 1,5 5 24,2 1 0,2-3 0,1 2 0,0 2 190,0 6 0,0 0 1,0 6-127,0 1 1,0 4 0,0 5 0,0 4 0,1 3-38,4 3 1,3-1-1,6 2 1,1 1-271,-1 2 0,2-2 1,2-6-1,3-3-605,1-2 0,2 4 0,6-6 0,2-3-707,2-4 1,6-5 0,-2-7 0,4-1-138,1-3 1,-5-6 1480,0-8 0,-6-11 0,4-7 0</inkml:trace>
  <inkml:trace contextRef="#ctx0" brushRef="#br1">19546 5655 7912,'-6'-28'0,"-2"3"0,-2 2 645,1 3 0,6 5 0,-4 7 436,1 2 0,4 3-543,-3 7 1,4 11-1,1 9 1,0 3-173,0 2 0,0 0 0,0-1 0,0 1-286,0 0 0,1 0 0,4-1 1,5 0-184,3-4 0,3 1 0,3-6 1,5-1-176,3-2 1,3-8 0,4-3 0,4-4-127,4-1 0,1-6 1,0-4-1,-1-4 111,-4-5 0,-3 1 0,-8-6 0,-3-1 242,-5-3 1,-4-2 0,-6-2-1,-4-1 292,-3 1 1,-4 3-1,-3 3 1,-4 4 292,-4 1 1,-1 3-1,1 7 1,2 3 5,1 2 0,1 1 0,-4 7-229,3 2 0,-1 6 0,6 8 0,2 2-334,1 3 1,2 1 0,0 5 0,0-1-843,0 1 1,2 0 0,3-2 0,4-1-563,4-2 1,8-2-1,3 2 1,3-5 1426,2-3 0,6-8 0,2-1 0</inkml:trace>
  <inkml:trace contextRef="#ctx0" brushRef="#br1">20539 5655 7912,'-7'-23'370,"1"-2"1,-4 5 808,6 3 0,0 6 77,0 1 0,0 2-789,-5-2 1,4 6 0,-4 8 0,-3 6-299,0 3 0,-4 3 1,-4 5-1,-2 6-172,0 5 0,-4 1 1,7-4-1,1 0-90,2 0 1,4-1 0,0 0 0,4-4-407,2-5 0,3-3 1,6-2-1,5-1 166,5-3 0,-2-4 0,10-8 0,-2-2 178,0-6 1,5-3 0,-5-1 0,-1-1 187,-2 1 1,-2-5-1,1-2 1,-1 0 145,0 0 1,-6-3 0,-1 5 0,-3 2 712,1 1 0,0 1-455,-5 1 0,0 8-543,0 6 1,0 11 0,0 10 0,0-1-819,0 1 1,6 3-1,4-3 1,3 0-2615,1-1 3538,1 0 0,5-6 0,3 0 0</inkml:trace>
  <inkml:trace contextRef="#ctx0" brushRef="#br1">20855 5626 7908,'-22'-23'0,"3"4"0,3 5 692,1 4 1,7 5-1,4 10-181,2 5 0,2 3 0,0 1 0,0 0-316,0 1 1,0-6 0,0 1 0,2 1-291,2 2 1,3 1 0,4 1-1,-1-1-36,1 1 1,0-1-1,0 0 1,-3 1-120,-2-1 1,1-4 0,-4-1-1,2 2-39,-2 2 0,-1 2 1,-4-3 293,-3-2 1,2 1-1,-7-6 299,-1-2 0,-1-1 0,-1-4 22,3-3 0,-1-3 1,6-6-1,2-2-46,1-3 1,2 3-1,2-5 1,3 2-52,4 0 0,9-5 1,3 5-1,1 1-206,4 2 1,1 3 0,2 4 0,1 4-164,4 3 0,-4 2 1,3 0-1,-2 2-251,-2 3 0,-2 7 1,-2 9-1,-2 0-274,-3 0 0,-5 4 1,-6-2-1,1-1-725,-2-3 0,-2 2 1390,-6-2 0,7 0 0,1-4 0</inkml:trace>
  <inkml:trace contextRef="#ctx0" brushRef="#br1">21301 5410 7908,'-13'-27'578,"2"3"0,2 6 463,-3 7 0,4 5 1,0 7-531,2 4 0,1 3 1,5 6-1,0 2-292,0 4 1,0-3 0,0 7 0,0 2-394,0 1 0,7 2 0,2-1 0,2 1-778,-1 0 0,1 0 0,-4 0 0,1-1-2501,3 1 3453,-5-6 0,7 4 0,-5-5 0</inkml:trace>
  <inkml:trace contextRef="#ctx0" brushRef="#br1">21272 5683 7908,'0'-27'533,"0"3"1,0 3 0,0 7 149,0 0 1,7 6-1,2 1-375,4 1 1,6 4 0,1-4 0,-1 1-403,1 0 1,-2-1-1,6 3 1,0-2-150,-2 2 0,1-4 0,-6 2 185,2 2 355,1-5 1,-12 0 354,-4-6 1,-8 6-129,-6 3 1,-3 4-1,1 2-363,2 4 0,-1 3 0,4 6 1,1 2-1,0 3-187,2 5 0,3-1 0,1-1 0,0 1-152,0-1 0,1-3 0,4 4 0,5-3-97,3-2 0,3-2 0,1-2 1,4-1-72,1-3 0,2-4 0,5-6 0,0 0 116,0 0 0,-1-2 0,1-2 1,-2-8 131,-3-5 0,2-1 1,-7-6-1,-1-1 289,-3-2 1,-2-2 0,-3 2 0,-5 3 347,-4 4 1,-1 4 0,-1 4-15,-4 2 1,2 4 0,-7 6-1,-1 3-260,-2 6 1,0 1-1,2 11 1,3-2-741,2 0 0,1 5 1,5-5-1,0-1-699,0-2 1,6-2 0,6 1 0,4-2 1173,3-4 0,13 4 0,-2-5 0</inkml:trace>
  <inkml:trace contextRef="#ctx0" brushRef="#br1">22107 5511 7908,'-13'-27'453,"3"3"1,-1 8 0,5 8 2271,-2 1-2201,4 2 1,-2 7 0,6 3 0,0 4-518,0 4 1,6 2-1,2 1 1,2 1-184,0 2 1,-2 2 0,3-3 0,-3 1-56,-2-2 1,4 4 0,-4-2 0,1-1-73,-1-2 0,0-2 0,-2 1 146,0-1 0,1 1 0,-5-1 301,0 0 0,-1-6 1,-4-3 63,-5-3 1,-3-4 0,1-3-1,2-4 57,5-4 0,2-1 1,0-1-1,-2 1 18,2-1 1,3 1 0,3 0 0,3-1-32,2 1 0,2-1 0,3 1 1,-2 0-82,-1-1 1,-1 1 0,6 1 0,-1 3-123,0 6 0,5-3 0,2 2 0,0 2-183,0 2 1,3 5 0,-3 3 0,-1 1-43,1 3 1,5 2-1,-4 1 1,0 1-207,-2-1 0,-6 0 0,-3 1-56,-1-1 1,-7 1 0,2-1 68,-4 0 0,-7-6 598,-4-3 0,-2-3 0,-1-4 5,3-3 0,2-1 0,5-5 0,-2 1 35,2-1 1,1-2 0,4-1 0,3-1 177,4 1 0,-1 0 0,2 1 0,1 2-26,2 1 0,1 2 0,1-2 1,1 6-419,3 2 1,-3 2 0,3 2-1,-3 2-955,-2 6 1,1 4-1,-1 6 1,-1 4-1819,-3 3 2770,2 2 0,-4 6 0,7 2 0</inkml:trace>
  <inkml:trace contextRef="#ctx0" brushRef="#br1">20050 6619 7910,'-2'-21'0,"-3"-2"223,-4 1 1,1 1 0,-2 7 0,-1 1 241,-2 3 1,-6 2 0,0 5 0,0-2-104,-2 2 1,5 8 0,-5 5 0,0 4-91,-3 5 0,4 4 0,1 7 1,3 5-47,1 8 1,6 2 0,1 6 0,1-1-240,4-4 0,9-6 1,9-3-1,7-2-131,5-3 0,4-3 0,1-7 0,3-6-117,2-5 0,-4-7 0,4 0 1,0-2-18,-1-2 1,-4-6-1,2-4 1,-4-4 161,-1-6 1,-2 3 0,-1-7 0,-4-2 133,-1-1 1,-7-2-1,-6 1 1,-1 0 372,-4 4 1,-2 4-1,-2 5 43,-4 1 1,-3 1-1,-6 5 1,-1 6-111,1 6 1,1 12 0,2 0 0,3 4-203,2 6 1,1-4 0,5 2-1,0 2-259,0 1 0,6-3 0,5-2 0,7-1-128,6-3 1,3-4-1,3-3 1,2-3-68,2-1 0,6-2 0,-3-7 222,-1-3 0,4-4 0,-8-9 1,-4-3-1,-9-1 221,-8-4 0,-5-1 0,-6-2 0,-1 1 145,-4-1 1,-9 0-1,-12 2 1,-6 1-67,-6 2 0,1 5 0,-1-2 0,-2 5-384,-2 8 1,4 5-1,-1 5 1,3 3-680,4 4 0,4 12 0,16 6 0,4 5-1224,8 0 2097,12-2 0,17-1 0,8 0 0</inkml:trace>
  <inkml:trace contextRef="#ctx0" brushRef="#br1">20755 6777 7910,'-7'-21'0,"1"5"0,-5-2 1485,1 7 0,7 7-912,-2 8 0,3 4 0,4 8 0,3 2-452,4 1 1,-1 5 0,2-3 0,3 0-183,4-1 0,-1 4 0,4-4 0,-4-3-21,-2-1 1,0-1-1,1-1 1,-1 0-300,0 1 0,-4-3 1,-2 0 281,-2-3 0,-1-4 0,-6 3 285,-4-2 0,-3-2 0,-7-9 0,1-3 102,0 0 0,4-5 1,2 3-1,0-4-7,0-5 0,5 3 0,-2-3 1,4 3-24,1 1 0,1 1 0,6 0-359,7-1 0,0 2 0,7 2-89,0 2 0,3 5 1,9 0-1,4 2 1,0 2-59,-4 0 1,3 6 0,-1 4-1,0 3 102,0 1 0,-1-1 1,-7-2-1,-3-1 103,-5 1 1,-3 0 0,-3 0-2,-4-1 0,-2-5 0,-9 3 88,-3-2 0,-4-1 0,-9-5 0,-1 0 123,1 0 1,2 0-1,2 0 1,0 0 254,-1 0 0,6-2 0,1-2-271,1-6 0,2-3 0,5-1 0,2-1-94,3 1 1,4-2-1,9-2 1,3-1-168,1 2 0,-3-4 0,5 3 1,2 4-190,1 3 0,-3 3 0,-2-2 0,1 5-221,-1 4 1,-3 9 0,4 4-1,-4 8-189,-6 2 1,-1 2 0,-5 5 0,-1 0 708,1-1 0,4-5 0,-3-2 0</inkml:trace>
  <inkml:trace contextRef="#ctx0" brushRef="#br1">21761 6662 7910,'0'-27'0,"0"3"2755,0 4-2112,0 4 0,0 16 1,0 10-1,0 11-192,0 6 0,0 8 0,0 4 0,0 2-298,0 2 1,0 0 0,0 2 0,2 0-303,3-2 1,-2 3 0,7-7 0,1 2-481,2 3 0,1-8 0,0-2 0,-1-4-212,-3-1 0,1-2 1,-6-3-1,-2-5-330,-2-3 1,-2-8 1170,-4-3 0,-3-10 0,-6-3 0</inkml:trace>
  <inkml:trace contextRef="#ctx0" brushRef="#br1">21776 6878 8169,'0'-29'402,"0"0"1,0 2 0,0 3 0,0 5-69,0 3 1,1 1 0,4 1 0,5 1-94,3 4 1,3-3 0,3 8-1,3 0-223,0 3 0,6 1 0,-6 1 0,2 4-232,0 5 0,-8 4 0,0 4 0,-6 2-27,-4 3 0,-1 1 0,-7 5 1,-3-2 140,-4-3 1,-6 1-1,-2-5 1,-4-1 74,-1 2 1,-2-5 0,-5 3 0,0-3-329,0-2 0,5-4 0,2-2-1430,1-2 1783,8-1 0,13-12 0,8-1 0</inkml:trace>
  <inkml:trace contextRef="#ctx0" brushRef="#br1">22179 6777 7910,'-7'-15'0,"-2"3"1061,-4 2 1,-2-1-509,1 6 0,6 2 1,3 8-1,4 4-278,1 4 0,0 3 0,0 2 0,0 2-242,0 3 0,4-1 0,3 4 1,1-2-211,3 1 0,-3 1 0,2-2 0,1-5-36,2-3 0,3 3 1,1-1-1,2-4 4,-1-3 1,-2-7 0,0 0-1,1-2 137,3-2 0,-1 0 0,-5-2 0,1-2 84,-1-6 0,0-8 1,-1-2-1,-2-3 73,-1-2 0,-2-2 0,3-2 1,-3 2 209,-2 3 1,1 0-1,-4 8 1,2 3 808,-2 0-962,-1 7 0,-7 6 0,0 9 0,2 4-167,1 1 0,2 6 1,0-1-1,0-2-142,0-1 1,2 4-1,3-3 1,4-2-58,4-4 1,6-3 0,0 1 0,0-4-19,2-3 0,-3-2 0,4 0 1,-1-2 162,-3-3 1,-1 0 0,-1-7 0,0-4 122,-3 0 1,-2-5 0,2 0 0,-2-1 114,-1-4 1,-6-6 0,4-3 0,-1-2 141,-4-3 1,-1 4 0,-2-1 0,0 3 180,0 7 0,0 0 0,-2 9 0,-3 4 149,-4 3 0,1 7 0,-2 0-371,-1 2 1,0 8-1,-1 4 1,5 3-103,0 1 0,-2 7 0,4 3 0,2 3-188,1 2 1,2 5 0,0-1-1,0-1-239,0-2 0,0-1 0,2 0 0,2 0-63,6 0 0,7-5 0,4-2 1,3-1 0,7-4 1,-3-6 0,8-3 0,-1-1-87,3-4 0,-1-3 1,0-6-1,-2-7 169,-3-5 1,-2-6-1,-3 4 1,-3-3 252,-5-2 0,-9-1 0,-5 0 0,-4 4 337,-1 1 0,0 7 1,-1 6-1,-2 0 182,-2 0 0,-6 5 0,1-1 0,-3 8-51,-1 5 1,-1 6 0,3 2 0,0 2-321,3-1 0,6 3 0,-2-2 0,3 0-786,2 2 1,0-5 0,0 3 0,3-4-555,7-6 1,1 2-1,13-6 1,2-2-2063,1-1 3249,8-8 0,8-9 0,8-7 0</inkml:trace>
  <inkml:trace contextRef="#ctx0" brushRef="#br1">22941 6633 7946,'-32'-8'471,"3"-6"1,-1 4-1,11-3-90,1 5 1,10 2 0,10 3 0,10-2-275,11 2 1,9-4 0,3 1 0,3-2-1008,7-3 0,-2 3 900,5-2 0,3 0 0,0-4 0</inkml:trace>
  <inkml:trace contextRef="#ctx0" brushRef="#br1">23358 6575 7946,'-10'-12'886,"2"0"-314,2 3 0,3 6-179,8-2 1,4 5 0,9 3 0,3 3-48,1 2 1,-3-3 0,5 5 0,2 1-355,1 2 1,0 1 0,-1 2 0,-4 2-100,-1 1 0,3 5 0,-7-3 1,-2-1 6,-4 1 0,-8 5 0,2-2 0,-7 1 17,-7-1 0,-3 2 0,-12-7 0,-1-3 168,-2-5 1,-2 1 0,2-8 0,3 0 289,5-3 0,-2-7 0,2-4 0,3-4-237,4-5 0,6-4 0,8-7-437,2-4 1,11-4 0,10-8-1,7-2 1,7 0-3255,2-2 3553,9 5 0,-22 15 0,1-2 0,4 2 0,0 1 0</inkml:trace>
  <inkml:trace contextRef="#ctx0" brushRef="#br1">24005 5194 8195,'-22'-43'521,"3"0"0,4 1 1,6 5-1,4 9 736,3 7 1,2 5-785,0 2 0,7 6 1,2 3-1,6 3-264,4 2 0,8 0 0,8 2 0,3 3-156,7 4 1,-2 4 0,5 3 0,-3 3-246,-2 5 1,-1 3-1,-4 2 1,-6 0-110,-6 0 1,-2 6 0,-8 3-1,-5 4 208,-3 1 1,-3 0 0,-7 2 0,-4 3 138,-9 5 0,-6 1 0,-9-1 0,-2-5 265,-1-4 0,-6 0 1,4-1-1,0-2 19,0-2 1,8-6-1,7-7 1,6-4-179,4-1 0,6 3 0,10-5 1,7-1-163,4-2 0,11-2 0,-1 2 0,3 2-165,-3 1 1,0 0 0,-7-5 0,-3 1-33,-1-1 1,-3 5-1,-3 1 1,-6-3 168,-2-1 0,-8-2 0,-4 1 0,-4-1 235,-6 1 0,0-1 1,-6 0-1,2 2 102,-2 4 1,1-4 0,-1 4 0,4 0 28,1-1 0,2 2 0,5-2 0,1 3-164,3 0 0,4 6 0,6-4 0,0 3-112,0 2 1,6 4-1,4 2 1,4 2-46,5 3 0,4-3-1,6 1 1,-1 1-50,1-3 0,-2 4 1,-1-6-1,-2-2-38,1-2 1,-4-3-1,-2-1 1,-4-4-7,-6-1 0,-2-2 1,-11-4-1,-5-2 27,-10-4 0,-13 4 1,-8-4-1,-7 4-95,-5 2 1,-11-6 0,-2-1 0,1-1-376,6-4 0,9-2 0,11-2 0,6-4-573,6-5 1,12-7-1,9-6 1103,3-4 0,15-5 0,3-11 0</inkml:trace>
  <inkml:trace contextRef="#ctx0" brushRef="#br1">25070 5813 8043,'0'-15'0,"-2"3"1070,-3 2 373,4 4 1,-4 6-1065,10 0 0,3 0 0,6 0 0,2 0-305,3 0 0,-1 0 0,6-2 1,1-1-646,2-2 0,2 0 0,-2 5-227,-3 0 0,2 0 1,-7 0 797,-1 0 0,4 7 0,0 1 0</inkml:trace>
  <inkml:trace contextRef="#ctx0" brushRef="#br1">24897 6273 7945,'-14'0'916,"-1"0"1,9 0-1,6 0 1,9 0-329,9 0 1,9 0-1,7 0 1,-1-1-630,2-4 0,2 2 0,6-7 1,2 0 40,3 2 0,10-11 0,7 3 0</inkml:trace>
  <inkml:trace contextRef="#ctx0" brushRef="#br1">26911 5568 7984,'0'-14'-133,"0"-5"1,0-1 0,0 3-84,0 1 1,0 6 0,0 1 542,0-2 0,0-2 186,0-2 1,0 1-88,0 0 0,0-1-134,0 1 1,-7 4-1,-4 2 1,-5 2 112,-3 3 1,-2 1-1,3 2 1,-2 2-79,-3 2 1,-2 11 0,-7 10 0,-3 7 6,-2 7 0,3 10 0,-2 7 0,-1 7-238,0 2 0,7 5 0,1 4 0,8-4-104,5 1 1,8-3 0,5 1 0,6-5-103,7-5 1,9-6-1,5-15 1,5-6-27,4-6 0,4-5 0,6-8 1,0-4 82,0-4 1,5-5 0,4-5 0,0-4 43,3-4 1,-3-10 0,-9-4 0,-1-6 0,-4-4 1,1-2 0,-9-4-1,-3-1-155,0-4 1,1 1 0,0-6-1,0-1-36,-4-2 1,-4 5 0,-7 3-1,-3 3 146,-6 2 1,-4 2 0,-6 2-1,-8 6 70,-9 2 0,-4 4 1,-3 1-1,-2 3 28,-2-3 0,1 5 0,4 2 0,-1 3 48,-4 2 0,4-4 0,-4 2 0,5 5-14,5 3 0,-1-2 1,4 5-1,0 2 15,0 2 1,2 1 0,5 0 0,1 1 130,4 4 0,2-2-126,7 7 0,0-1 0,0 6 0,0 1 94,0 3 0,0 0 0,2 8 1,3 5 68,4 3 1,-1 4-1,2 4 1,-1 2-92,-1 3 1,5-2-1,-5 7 1,2 3-36,-1 5 1,1 3 0,6 4 0,1-1-47,3 2 1,4-3 0,-4-1 0,3-2-204,2-7 1,2-5-1,2-10 1,2-2-433,2-6 0,-1-2 0,5-4 1,0-3-56,-1-5 0,3-8 1,2-3-1,-1-3-1001,-1-7 1,-6-6 1600,5-11 0,1-16 0,4-10 0</inkml:trace>
  <inkml:trace contextRef="#ctx0" brushRef="#br1">27959 6388 14421,'-13'24'-326,"-1"0"-41,-1-12 1,1-3 268,0-6 1,6-4 0,3-4 0,3-5 167,2-2 1,0-9 0,0-2-3</inkml:trace>
  <inkml:trace contextRef="#ctx0" brushRef="#br1">28651 6388 15316,'3'10'-275,"4"12"-876,-4-1 0,-2-6 0,-2-7-80,-4-2 1,-3-1 1230,-6-5 0,-7-7 0,-2-1 0</inkml:trace>
  <inkml:trace contextRef="#ctx0" brushRef="#br1">29140 5086 11459,'5'3'322,"0"8"192,4-2 0,2 4-165,2 2 0,1 5 0,1 4 0,-1 4-75,1 0 0,-1 6 0,2 1 0,2 2-145,1 3 1,2-5-1,-4-1 1,2-4 26,-1-1 0,3-7 0,-1-4 1,1-7 6,0-6 1,5-5-1,-2-7 1,3-9-103,1-11 0,14-11 0,8-15 0,-21 22 0,2 0-114,4-3 1,2-1-1,5-7 1,2-2-1,7-4 1,1-2-1,-14 13 1,2-2-1,0 0-318,5-5 0,1 0 0,0-1 0,4-1 0,1 1 0,2-1 0,5-3 0,1-1 0,1 2 0,1 0 0,1 0 0,1 1-238,1 0 1,1 1 0,1 0 608,-15 13 0,2 0 0,-1 0 0,1 0 0,0-2 0,1 0 0,-1 0 0</inkml:trace>
  <inkml:trace contextRef="#ctx0" brushRef="#br1">6544 8906 8035,'8'-20'21,"-2"4"0,-6-5 0,0 2 188,0-1 1,0 6 0,0 4 0,0-1 214,0-2 0,0-1 1,-1 1-75,-4 4 0,2-3 1,-5 6-1,0 0-56,0-1 1,-2 2 0,-4 5 0,0 0-54,-1 0 1,-4 2 0,-2 3 0,-1 4-79,-4 4 0,4 8 1,-2 3-1,0 5-78,2 4 1,-4 4-1,7 8 1,1 3-6,2 5 0,2 4 0,1 7 1,4 6-47,4 6 0,3 0 0,4-4 0,3-1-92,4-4 1,10-11 0,5-13-1,5-10-21,5-7 1,2-7-1,9-9 1,1-5-76,2-4 0,7-2 0,-3-4 0,3-5 27,-2-3 0,-4-7 0,-6-4 1,-1-4-24,-4 0 0,-3-7 1,-8-4-1,-1-2-26,-2-3 1,-5 0 0,5-6 0,2-6-134,1-5 1,-3-6 0,-2 5 210,-1 1 1,-7 2-1,-6 5 1,-1 4 0,-7 9 173,-8 4 1,-8 8-1,-15 7 1,-1 1 39,-1 3 0,-7 4 0,2 3 0,-2 3-5,1 1 1,-1-2-1,5 4 1,0 2-3,0 1 1,-3 2-1,2 0 1,1 0-70,0 0 1,6 5 0,7 0-1,1-1 169,4 3 1,2-4-152,6 7 1,2-6-1,7 6 1,0 1 69,0 2 0,0 3 1,0 5-1,2 6 123,3 5 1,-2 8 0,6 0 0,4 5 41,5 3 0,-1 12 0,7 3 0,0 5-137,-1 4 1,4 0-1,-5 0 1,2-1-70,0-4 1,-2 0 0,2-10 0,-3-5-112,0-6 0,-5-3 1,5-1-1,-2-4-296,0-4 0,0-10 0,-4-5 0,-1-5-830,0-4 1,6 1 0,-1-6 0,-2-2 1149,-1-1 0,5-2 0,1 0 0</inkml:trace>
  <inkml:trace contextRef="#ctx0" brushRef="#br1">7436 9309 7809,'-23'-37'319,"3"2"0,7 6 0,2 2 1072,1 3 1,5 10-790,-4 9 1,6 5 0,-2 5-1,3 6-201,2 7 0,2 6 0,3 9 0,4 6-136,4 2 1,-3 2-1,-1 1 1,2-3-242,2-3 1,1 4-1,1-5 1,-1 0-101,1-4 1,4-4 0,2-4 0,-1-2-31,1-2 1,5-9-1,-1-7 1,6-5-112,2-5 1,1-3 0,-4-8-1,0-3 11,-1-5 0,3-8 1,-9-3-1,-1-2 20,-3-3 0,-8-1 0,-3-2 0,-1 0 264,-4-1 1,-2 3 0,-1 4 0,-1 8 116,-4 8 0,-3 7 1,-6 4-1,-1 6 182,1 2 1,0 2 0,1 3 0,2 5-176,1 7 1,7 4-1,-2 0 1,3 5-543,2 3 0,0 2 0,2 0 1,3 0-1171,4-1 1,4 1 0,3 0 1509,3 0 0,4 6 0,5 2 0</inkml:trace>
  <inkml:trace contextRef="#ctx0" brushRef="#br1">8615 9352 7862,'-5'-28'144,"-1"-1"1,-2 2 445,-3 3 1,-2-2 0,-1 7 0,-1 1 91,1 2 0,-2 7 1,-2 1-1,-1 1-94,2 4 0,-1 2 0,0 1 0,-1 1-204,2 4 0,-2 8 0,3 9 0,3 4-279,0 4 1,2 8 0,0 1 0,3 2-89,1 3 1,2-3-1,7-1 1,1-3-316,2-2 1,8 2 0,0-8 0,6-7-70,3-5 1,2-7-1,5-2 1,0-2 139,-1-2 1,1-9-1,0-5 1,-2-4 94,-3-5 0,2 0 0,-7-9 0,-3-4 30,-5-3 0,0 2 0,-6-6 1,-2 1 173,-1 1 0,-2 2 0,0 8 1,0 3 363,0 5 1,-2 9 0,-1 7-162,-2 6 1,0 11-1,5 10 1,0 5-499,0 5 1,0-2 0,0 6 0,2 0-858,3-1 1,3 3 0,8-8-1,1-3-155,3-3 0,3-10 1235,-3-2 0,12 0 0,-2-6 0</inkml:trace>
  <inkml:trace contextRef="#ctx0" brushRef="#br1">8989 9309 7862,'-22'-22'329,"-4"-2"1,7 8 0,2 5 815,1 3 0,6 3 0,2 6-400,2 4 0,1 5 0,6 7-437,4 3 0,-2 0 0,7-2 0,1 3-280,2 1 1,1-3 0,1 5 0,-1 0-151,0-1 1,1 2 0,-1-4 0,1 1-52,-1 4 0,0 0 0,-1-1 0,-3-2-137,-5-3 1,-4 1 0,-1-3 0,0 1 207,0-2 1,0-1 0,-1-3 0,-4-3 231,-5-5 0,-3-4 0,1-2 0,0-4 110,3-5 1,1-9 0,-2-5 0,5-3-39,4-2 1,1-6-1,1-2 1,4-1 123,5-1 0,9 3 0,5-3 0,3 6-50,2 2 1,0 4 0,1 3 0,2 5-135,2 3 1,4 8 0,-5 3 0,-1 5-271,-1 5 1,-4 8-1,-3 8 1,-5 1-636,-3 4 0,-3 2 0,-2 4 1,-3 2-112,-2-2 1,-1-2-1,-5-1 1,0 0 873,0 0 0,0-1 0,0 1 0</inkml:trace>
  <inkml:trace contextRef="#ctx0" brushRef="#br1">9823 9007 7909,'-19'-29'291,"0"2"0,3 3 1820,5 5 1,-2 9-958,4 6 0,2 4 0,2 4-626,4 6 0,1 7 1,0 4-1,0 2-200,0 2 0,1 7 0,4 3 1,3 2-376,0 3 0,5 2 1,-5 1-1,1 0-914,1 0 1,-2 5 0,3-1 0,-1-4-108,1-3 0,-5-7 0,1 4 0,-2-2 1068,-1-3 0,8-8 0,-4-3 0</inkml:trace>
  <inkml:trace contextRef="#ctx0" brushRef="#br1">9780 9410 8453,'-5'-27'0,"1"3"1085,0 5 0,3-4-416,1-1 0,8 3 1,5 2-1,6 5-516,3 4 0,1-3 0,2 5 0,-2-1-365,-3-1 0,6 2 0,-2-3 0,1 1-192,-1-1 1,2 3 0,-7 0 130,-1 2 0,-2-4 1,-2 6-1,-1-1 148,-4-2 0,-2 4 923,-7-6 0,-2 5 1,-3 0-92,-4 2 1,-4 4 0,-1 2 0,1 8-237,3 5 0,-2 1 1,4 7-1,-2 4-322,0 3 1,7 2 0,-2-6 0,4 1-93,1 0 0,0 1 0,1 2 0,4 0-249,5-5 0,4 1 0,4-9 1,3 0-297,1 2 1,2-10-1,5 2 1,-1-5 1,1-5 0,0-1 0,0-4 0,-2-4 166,-3-9 0,-3-6 0,-7-7 0,0-3 86,1-2 1,-1-4 0,-1-6-1,-9 27 222</inkml:trace>
  <inkml:trace contextRef="#ctx0" brushRef="#br1">10415 9351 16561,'5'24'-485,"4"1"0,9-4 0,4-2 0,4-3 485,4-8 0,8 2 0,-1-2 0</inkml:trace>
  <inkml:trace contextRef="#ctx0" brushRef="#br1">10926 9351 16248,'3'5'-73,"7"15"-262,1 0 0,-6-6 0,-2 0 276,-1 1 1,-4-3 0,-3-2 0,-4-5 291,-4-4 1,-1-5-1,-1-3 1,2-1 90,4-3 0,-2-2 1,4-1-1,1 0 67,-1-1 0,3 1 0,4-1 0,0 14-375</inkml:trace>
  <inkml:trace contextRef="#ctx0" brushRef="#br1">11348 9351 18323,'0'1'-2,"-2"12"264,-2-3 1,-4-4-47,-7-6 0,2-1 0,4-4 6,4-5 0,-1-3 0,6 12-209</inkml:trace>
  <inkml:trace contextRef="#ctx0" brushRef="#br1">11708 9294 15973,'9'10'-501,"14"27"-1103,-3-2 1604,-2-3 0,-2-1 0,-2-3 0</inkml:trace>
  <inkml:trace contextRef="#ctx0" brushRef="#br1">13189 8892 7832,'14'-38'178,"1"-1"0,-6 2 233,1-1 1,-7 4-1,2 10 1,-3 5 304,-2 3 1,-2 8 0,-3 4-219,-4 2 1,1 10-1,-2 6 1,-3 12-233,-4 11 0,-1 3 1,-6 12-1,-1 4-144,-3 5 0,0 1 0,27-60-118</inkml:trace>
  <inkml:trace contextRef="#ctx0" brushRef="#br1">12946 9265 15231,'-25'67'-97,"2"-5"-251,2-3 1,9-8 0,7-4 0,3-9-195,2-9 1,0-12-1,2-9 410,3-1 0,-2-9 1,5-9-1,0-7 173,0-6 0,0-4 0,3-6 0,-1-4 73,1-4 0,2-8 0,1-2 1,2-6 18,-7 30-73</inkml:trace>
  <inkml:trace contextRef="#ctx0" brushRef="#br1">13059 9009 13095,'7'-23'79,"9"-30"134,3 2 0,-3 11 384,-1 12 0,-1 12 1,-1 14-249,-4 10 0,4 8 0,-5 13 0,2 1-55,-1 4 1,1 2 0,4 6 0,1-2-502,-1-2 0,0 6 0,-1 5 0,-2 1-905,-1-1 0,-5-1 0,3-5 0,0 1-54,0-1 1,-5-2 0,2-2 0,-5-6 1165,-5-2 0,-9-9 0,-9-1 0</inkml:trace>
  <inkml:trace contextRef="#ctx0" brushRef="#br1">13045 9554 7832,'-22'-29'885,"3"0"0,4 0-294,6 1 1,2 10 0,7 4 0,4 1-80,5 0 1,9-1 0,15-1 0,6-1-154,2-3 0,9 2 1,2-6-1,8 1-372,7-1 0,-5-1 1,8-4-1,-4-1-261,-5 0 0,-2-1 0,-3-2 1,-5-3-236,-8-2 0,-8 3 0,-11-3 0,-3-1 95,0-3 0,-10 5 0,2-7 1,-5 2 416,-5-1 0,-8 5 0,-5 4 0,-4 4 605,-5 5 0,1 5 0,-6 9-112,-1 5 0,-2 5 0,-1 7 1,3 7-1,2 10 249,3 8 0,-6 10 0,4 7 0,-1 1-270,4-1 1,8 6-1,3-2 1,0 2-342,0 3 1,5-2 0,0-2-1,6-1-419,6 1 0,9 2 0,4 0 1,4-4-618,4-9 0,4-7 1,-2-7-1,3-2-446,2-3 0,3-9 0,6-12 0,4-6 576,1-7 1,3-11 0,7-6-1,0-8 531,-6-7 0,-3 3 1,-11-11-1,-1 2 271,-2 0 1,-14 0 0,-4 8 0,-12 7 697,-7 9 1,-1 6 0,-3 5 0,-5 4 564,-6 4 0,-9 3 0,2 2 0,-1 2-570,-3 3 0,-3 3 0,0 6 0,-1 2-387,0 3 0,0-1 0,2 4 1,2 0-273,1 1 0,6 1 1,-1 3-1,4 0-169,6 2 0,2-3 1,7 6-1,0-5-372,0-3 1,12-5 0,4 2 0,4-5 145,6-8 1,-4-5 0,2-3-1,2-2 179,1-3 0,2-3 0,-2-6 0,-3-2 132,-5-3 0,2 3 1,-2-2-1,-3 6 523,-5 2 0,0 8 0,-6 2-93,-2 8 0,4 13 1,-2 8-1,-2 8-124,-2 4 1,-1 9 0,0 3 0,0 4-200,0 5 1,2-2 0,1 2 0,2-1-59,-2 1 1,-1-11 0,-2-1-80,0-9 0,-8-4 0,-7 1 0,-7-4 0,-7-5-300,-4-5 0,1-3 0,-5-7 0,0-1 22,0-4 1,7-4 0,0-11-1,6-9-9,3-7 0,3-7 1,9-6-1,4-8 54,3-8 0,4-7 0,4-6 0,9-8 188,-5 32 1,2 0-1,4 0 1,2 0-1,0 0 1,2 0-1,1 0 1,1 1 40,2-2 1,0 2 0,-1 3-1,1 1 1,1 0 0,1 2 0,22-27 234,-7 14 1,-1 16-1,-9 15 1,-6 10 192,-3 9 0,1 10 0,-7 10 0,-3 5 89,-1 4 1,-5-1-1,-1 5 1,-1-2-122,0-3 0,0-3 0,-5-3 0,1-2-276,4 1 0,-3-2 0,2-1 0,0-1-334,0-4 0,0-1 0,4-1 0,-1-3-328,1-2 0,-3-4 1,5-6-1,1 0 120,2 0 1,1-6 0,1-5 0,-1-5 116,0-3 0,1-7 0,-1 2 0,-1-1 223,-3 1 1,-4-2 0,-6 7 0,0 1 267,0 2 1,-11 3 0,-5 2 0,-7 3 218,-7 2 1,1-4 0,-4 5-1,2 1 310,3-3 1,4 4-1,1-5-120,2 2 0,9-5 1,7 1-340,3-3 1,13 4-1,5 1 1,5 0-99,5 0 1,3 4-1,2 0 1,5 2-135,0 2 1,-2 0 0,3 2 0,-2 2-128,-3 6 0,3 3 0,-1 3 1,-4 3-10,-5 5 1,3-2 0,-6 1 0,2-1 100,0 0 0,-6 1 0,2 1 0,0-3-91,-1-1 1,-7-4 0,-7 4-16,-3-5 0,-9 0 1,-2-2-1,-5-4 98,-6-4 0,4 1 0,-4-1 0,0-2 186,1-1 0,2-8 0,5-4 1,4-3 183,2-1 1,-4-5 0,6-2 0,0 0-47,3 0 1,6-4 0,1 1 0,2-3 42,3-2 1,2 5 0,3 1 0,3 3-73,5 2 0,-1 2 0,-1 3 0,-1 4-291,-4 4 1,4 5-1,0 5 1,0 4-447,-1 4 0,-5 8 0,-6 3 0,1 3-328,-2 2 1,-2-5 0,-6-2 0,0 1-1023,0-1 1,0-4 1864,0 1 0,-12 3 0,-4 0 0</inkml:trace>
  <inkml:trace contextRef="#ctx0" brushRef="#br1">15332 9093 7832,'-22'-28'2231,"1"2"84,7 7-2682,6 6 1,1 15-1,9 2 1,3 6 366,4 3 0,4 1 0,1 1 0</inkml:trace>
  <inkml:trace contextRef="#ctx0" brushRef="#br1">15634 9065 7832,'0'-28'0,"0"3"1341,0 1 0,0 11-732,0-1 1,2 12 0,1 5-1,3 12-152,2 5 0,-3 4 0,3 7 0,0 1-424,0 1 0,0 9 0,3-1 0,-3 6-273,-1-1 0,2-3 0,-4-3 1,0-3-848,1-2 1,-4 4 0,4-6 0,-1-2-1813,0-6 2899,0-4 0,1-7 0,2 1 0</inkml:trace>
  <inkml:trace contextRef="#ctx0" brushRef="#br1">15850 9180 7832,'0'-29'0,"-2"2"1093,-2 3 0,0 5-71,-5 9 0,6 5 0,-2 10-380,3 5 1,2 2 0,0 4 0,2 2-378,3 1 1,-2 7 0,6-4 0,3 2-202,0 0 0,-2-5 1,0 5-1,-1 0-157,-1-1 1,3-1 0,-4-4 0,-1 1-174,0-2 0,4 4 0,-5-2 0,-2-1-8,-1-2 0,-2-2 590,0 1 0,-2-7 0,-3-4 27,-4-2 0,2-4 1,2-2-176,4-6 0,1 2 0,1-2 0,4-1-181,5-2 1,7 1-1,4 0 1,2 3-496,2-2 1,2 4 0,2 2 0,0 2-274,0-2 0,-1 4 0,1-2 0,-2 6 85,-3 6 1,0 4 0,-8 3 0,-5 3 121,-3 5 1,-3 2-1,-6 0 1,-4-2-751,-5 1 1324,-9-4 0,-16 6 0,-10-5 0</inkml:trace>
  <inkml:trace contextRef="#ctx0" brushRef="#br1">15677 9496 8030,'0'-43'0,"2"0"589,3 0 1,-2 1 0,7 5 0,2 9 229,6 7 1,4 0 0,7 2 0,1 1-600,4 2 1,-2 4-1,5 0 1,1 4-1408,4 2 1,-2 1-1,7 5 1187,-2 0 0,5 0 0,1 0 0</inkml:trace>
  <inkml:trace contextRef="#ctx0" brushRef="#br1">16483 9165 7952,'-8'-27'0,"3"3"666,3 5 1,2 11 217,0 8 0,0 11 0,0 10 0,0 0-183,0-1 0,7 6 1,2-2-1,4 3-507,2 2 1,-1 0 0,0 0 0,2-1-186,4 1 1,-5 0 0,5-2 0,-4-1-163,-2-2 0,0-2 0,-1 2 0,-3-3-82,-5 0 0,-4-10 1,-1 3-1,-1-3 133,-4-3 1,-3-1 0,-7-7-1,1-2 350,0-3 1,-1-3 0,1-6-1,1-2 52,4-3 0,2 1 0,7-6 0,0-1-23,0-3 0,0 4 1,2 0-1,3-1-83,4-2 0,-1 0 0,2 3 1,1 3-98,2 0 1,6 7 0,0-2 0,0 6-85,2 4 1,0 1 0,4 6-1,-2 4-58,-3 5 1,4 7 0,-4 4-1,-3 2-124,-1 2 1,-1 1-1,-1-1 1,-1-1 49,-4 2 1,-1-5 0,-5-1 0,2 0-199,-2-1 1,-1 0 0,-2-5 60,0 1 1,-6-7 306,-4-3 1,2-4 0,0-2 0,2-4 67,3-5 1,1-7-1,2-4 1,2-2-57,2-2 0,1-2 1,8-2-1,3-1 169,0-4 1,6 4-1,2-4 1,3 5 192,2 5 1,0 0-1,1 10 1,2 6-65,2 5 0,6 6 0,-2 6 1,2 11-362,-2 5 0,-2 9 0,-9 1 0,-2 2-832,-1 3 1,-6 1 0,1 1 0,-3-2-1407,-2-2 2238,-6-6 0,5 10 0,-5-6 0</inkml:trace>
  <inkml:trace contextRef="#ctx0" brushRef="#br1">18295 9539 7983,'-10'-4'105,"3"-3"0,-1 1 1093,0-1 0,4 1 52,0 1 1,4 4-667,4-4 1,0 3 0,5 2 0,2 0-54,2 0 0,3 0 0,3 0 1,5 0-183,3 0 0,7-5 0,1 1 0,2 0-204,3 3 0,1 1 0,3 0 1,-1 0-269,0 0 1,2-5 0,1 0 0,3 0-490,3-1 0,-6 0 0,2-6 0,-3 4-727,-2 2 1,5-5 0,-2 1 0,-4-1-784,-7 2 0,-5 1 2122,-1 3 0,-7-3 0,-1-7 0</inkml:trace>
  <inkml:trace contextRef="#ctx0" brushRef="#br1">18813 9180 7983,'-5'-20'969,"0"1"1,-6 0 0,2 5 1818,-4-1-2164,5 7 1,1 8 0,7 10 0,0 4-63,0 6 0,0 4 0,0 9 0,2 5-105,3 4 1,-2 3 0,5 1-1,0 2-392,0-2 0,-3 1 0,4 1 1,1 3-641,-2 0 1,3-1 0,-6-7 0,0 2-1171,1 3 1,-4-4 1744,2 4 0,-2-3 0,-2-2 0</inkml:trace>
  <inkml:trace contextRef="#ctx0" brushRef="#br1">20467 9021 7983,'8'-28'280,"-2"-1"1,-6 2 0,-1 3 172,-4 5 1,-3 3 0,-8 3-1,-2 3-92,-1 5 0,-5-1 0,3 1 0,-1 2-41,-3 1 0,2 2 1,1 4-1,-1 5 156,1 10 0,4 13-233,-1 7 0,2 9 1,1 6-1,0 7-129,3 6 1,8 2 0,0-2-1,5-6 1,8-7 0,10-6-57,9-3 0,13-10 1,2-6-1,6-10-44,3-8 0,-3-5 1,3-6-1,-2-3-250,-2-6 0,-7-3 1,-4-13-1,0-4 25,-5-3 1,-5-8 0,-4 2-1,1-5-59,-1-5 0,-3 0 1,4-8-1,-3-4 56,-2 1 1,-7 0 0,-3 3 0,-1 0 222,-4-1 0,-2 14 0,-2-4 0,-4 9 268,-5 6 1,-2 3 0,-3 5 0,1 7 289,0 5 0,4 6 0,2 8-85,2 2 1,-4 8 0,4 10-1,-1 8-90,1 5 0,1 12 0,5 7 1,0 4-223,0-2 1,6-2 0,4 2 0,3 0-179,1 1 1,2-9 0,3 5 0,7-8-285,6-7 1,6-2 0,10-9 0,5-5-270,3-8 1,5-6 0,-2-11 0,-3-5 40,0-6 1,-7-10-1,-1 0 1,-5-5 175,-4-4 1,0 1 0,-5-7 214,-2-1 0,-8 0 0,-5 0 1,-4 4-1,-6 0 217,-4 4 0,-5 10 1,-6 8-1,-9 7 484,-7 6 1,-7 1 0,-3 1 0,-2 6-86,3 7 1,0 2 0,2 8 0,1 2-242,-1 1 1,6 2 0,4-1-1,2 1-262,-2 0 0,7 0 0,0-2 0,4-2-343,4-1 1,3-6-1,1 1 1,1-3 55,4-1 1,3-8-1,7-2 1,-1-5 242,0-5 0,2-2 0,2-9 0,1-4 67,-1-4 0,2-3 0,0-3 0,-1-4 0,2-4 0,-1 3 0,4 1 1,-5 5 581,-3 5-589,-14-3 0,-10 11 0,-14-5 0</inkml:trace>
  <inkml:trace contextRef="#ctx0" brushRef="#br1">21560 9036 7983,'-2'13'917,"-2"-4"1,2 4-1,-3-3 1,4 4 0,1 4 418,0 1 1,1 6 0,4-1 0,5 2-1442,2-2 1,3 1 0,1-5 0,3-3-126,5-1 1,5-6-1,3-2 1,3-2 7,2-3 1,-1-9-1,4-8 1,-1-9-51,1-4 0,-5-2 0,-2-1 0,-4-2 93,-5-2 0,2-4 1,-9 4-1,-2 2 120,-4 2 1,-8 8-1,2 1 1,-5 3 440,-5 4 0,-8 3 1,-8 11-1,-1 1 129,-4 4 1,4 5 0,-2 7 0,0 4-122,2 1 1,1 1-1,8 2 1,4-2-400,4-2 1,3 3-1,2-4 1,2 1-341,3 0 0,4 3 0,10-5 0,5-1 35,4-2 0,0 0 0,1 1 0,0 2 13,0-1 0,-7 3 0,-3-2 0,-4 0 188,-6 2 1,2-4-1,-6 6 1,-3-2 221,-5-4 0,-7 1 0,-8-1 1,-2 3 61,-3-3 0,4-2 0,-3-4 0,-1-3-25,1-2 1,4-1-1,-1-5 1,3 0 131,2 0 1,6-6-1,3-4 1,3-4-54,2-6 1,2-2 0,3-7 0,6 0-315,7 1 1,6-7-1,9-4 1,4-2-122,0-3 0,9 1 1,-1-2-1,3-1 45,1-2 1,-1 7 0,-8 7-1,-5 5 18,-6 5 379,-10 3 1,-11 20 0,-13 6 0,-7 6 48,-8 3 1,0 5 0,-6 2 0,4 2-188,1 2 0,-3-2 0,6 1 0,6 0-245,5-2 1,6 3 0,2-4-47,4 2 0,1-6 0,6 4-19,-3 0 1,1-5 0,6 3-1,1-3 1,4-2 0,0-1-39,0-3 0,3 3 0,-5-4 0,0 4 97,2 1 0,-5 1 1,1-1 31,-6 0 0,1-4 1,-8 0 81,0 1 1,-9-5-1,-5 1 1,-3-3 64,-1 1 0,0 0 0,-1-7 278,1-2 0,1 0 0,4-5 0,4-2-44,3-2 1,2-8 0,2-1 0,3-2-135,4 0 0,4 0 0,1-3 0,1 1-75,-1 2 0,5 2 0,2-4 0,0 4 60,0 1 1,4 6 0,-1 7-1,3 2 16,2 3 0,0 3 1,0 5-1,-1 6-167,1 6 1,-2 6 0,-3 4 0,-5-1-621,-3-2 0,-1-2 0,-1 4 0,-1-4-895,-3-1 0,-4 3 1,-6-5 879,0-2 1,-6-7 0,-4-5 0,-3-4 678,-1-1 0,-7-6 0,-1-2 0</inkml:trace>
  <inkml:trace contextRef="#ctx0" brushRef="#br1">22869 9079 7983,'-5'-30'0,"-1"-1"338,-2 2 0,3 4 0,-5 12 1,1 2 1479,1 1 0,-3 5-1537,6-4 0,2 6 1,7 0-1260,6 6 1,3 0 0,3 6 0,1 3 977,3 0 0,11 9 0,0 2 0</inkml:trace>
  <inkml:trace contextRef="#ctx0" brushRef="#br1">23473 9021 8592,'-5'-16'515,"0"-3"1,-17 5 544,-2-1 0,5 7-426,5 8 1,2 2 0,-2 3-1,0 4-75,-1 4 0,1 6 0,-1 2 1,-1 2-335,-3 2 1,3 2-1,-3 4 1,5 1-203,4 1 0,-1 2 0,5-3-84,-2 2 0,4 0 1,1-7-1,6-2 1,7-2-301,3-3 0,8-2 0,2-8 0,5-6 106,0-2 0,8-4 0,2-2 0,3-6 18,3-3 1,-1-6-1,2-2 1,1-1-5,2-4 1,-2-6 0,-6-3-1,-3 0 128,-2 0 1,-8 1-1,-8 6 1,-4 0 453,-6 4 1,-2 8-1,-9 8 1,-3 2-86,-4 3 1,-6 1-1,-4 2 1,-5 2 255,-3 3 0,3 3 1,0 8-1,-1 1-272,-3 2 0,6 1 0,3-4 1,3 1-322,1 2 0,1 5 1,1-5-3,4-1 0,2 3 1,7 0-1,0-1 0,0 3-46,0-1 0,7-4 0,2-1 1,4-4-118,1-3 1,6-7-1,-1 2 1,0-4 62,2-1 1,-5-1-1,5-4 1,-2-5 80,0-2 0,0-9 0,-6-3 0,-2-3 83,-1-2 0,-2 0 1,1 2-1,-2 1 117,-1 2 0,-4 7 0,2-2 496,-2 3 0,-2 9-426,0 7 1,0 7-1,0 9 1,0 1-154,0 2 1,0 5-1,2-3 1,1 0-88,2 0 1,6-2 0,-2-5 0,4-1-9,1-3 0,6 1 0,0-6 0,3-2-52,2-2 0,3-1 1,2-1-21,3-4 1,3-5-1,0-9 1,-10-5 151,-15-3 0,-24-8 0,-17-2 0</inkml:trace>
  <inkml:trace contextRef="#ctx0" brushRef="#br1">24293 9036 7984,'8'-43'0,"3"-2"0,3-1 1316,-1-2 0,-8-2 0,0 5 0,-5 2-471,-5 6 1,-3 7-1,-6 8 1,-1 7-3,1 9 1,-1 6-1,1 6-398,0 9 1,4 5 0,1 11 0,-1 4 132,2 8 0,-3 0 0,6 5 1,2-3-624,1-2 0,9 0 1,2 0-1,4 1-520,1-1 0,5-6 1,2-4-1,3-3-1596,7-1 1,4-6-1,8-6 2161,0-6 0,13-4 0,3-7 0</inkml:trace>
  <inkml:trace contextRef="#ctx0" brushRef="#br1">21272 10288 7983,'8'-34'0,"-1"0"0,-2 2 888,-1 2 0,0 3 0,-9 5-190,-5 7 1,-3 2 0,-3 9-1,-1 0-259,-2 3 1,-7 1-1,2 1 1,-5 4-169,-4 5 1,7 9-1,-4 5 1,-2 5-34,-5 4 0,-3 4 0,3 8 0,9 1-64,7 2 1,6 5 0,6-4 0,4 1-207,4 0 0,13-4 0,9-8 0,9-4-296,9-4 0,9-7 0,6-6 0,7-6-19,6-6 0,-5-3 0,-3-4 0,-4-3-17,-1-4 0,-4-10 0,-2-7 0,-4-4 126,-1-4 1,-6-4 0,-3 3 0,-5-1 286,-6 1 1,-8 3 0,-10 8 0,-4 5 435,-1 3 0,-8 3 0,-6 4 1,-8 5-60,-6 8 1,4 4-1,0 8 1,0 1-113,2 2 0,1 5 0,9-3 0,2 2-179,5 2 0,4-4 1,1 0-1,3-2-465,6 0 1,4-1-1,14-7 1,4-3-227,-1-2 0,7-1 1,0-5-1,-1 0 134,-2 0 1,-1-2-1,-2-1 1,-6-3 152,-2-2 0,-6-2 1,-6-4-1,-3 0 187,-1-1 1,-2 1 0,-7-1 0,-3 1 202,-4 0 1,-9 1 0,-3 2 0,-1 1 110,-4-1 0,4 3 0,0 0 0,1 0 367,3 0 0,4-2-217,4-4 0,4-1 0,9 1-159,7 0 0,1 6 0,13 1 0,0 2-70,-2 1 0,5-1 0,-3 5 1,2 0-100,-2 0 1,3 2-1,-3 2 1,2 6-84,-2 3 1,1 3-1,-4 1 1,0 4-113,-1 1 1,4-2 0,-3 2 0,0 0-20,0 1 0,-2-6 0,-5 3 1,-1-4-86,-3-2 1,-4 0 0,-6 1 191,0-1 1,-2-6 0,-2-3 0,-6-4 164,-3-1 0,-3 0 0,-1-1 0,-1-4 196,5-5 0,5-2 195,8-3-503,-6-6 0,-8-1 0,-9-7 0</inkml:trace>
  <inkml:trace contextRef="#ctx0" brushRef="#br1">22150 10489 7983,'6'-29'2407,"2"5"0,7 3 0,-1 4-1547,0 4 1,1 8 0,-1 1 0,0 2-863,1 2 1,-1 0-1,1 2 1,1 2-116,3 6 0,-2 3 0,6 1 0,-3 2 30,-2 3 1,3-3-1,-2 3 1,0-3-18,2-1 0,-7-1 0,2 1 0,-4-3-256,-1-2 1,-5 3-1,0-5-121,1 0 640,-6-2 0,1-7 0,-8-4-104,-2-5 0,3-4 1,-3-4-1,2-3-8,2-1 0,3 3 1,2-5-1,4-2-32,5-1 1,2-2 0,3 2 0,-1 3 142,1 5 1,1 5-1,1 4 1,2 5-113,-1 4 1,0 2 0,-1 4 0,4 6-261,1 7 0,-3-1 1,4 7-1,-2 2-374,-4 1 0,4 2 1,-2 0-1,-1-1-776,-2 1 1,-2-5 0,0-1-1,1-3 1364,-1-2 0,7-2 0,1-2 0</inkml:trace>
  <inkml:trace contextRef="#ctx0" brushRef="#br1">23099 10302 7983,'-10'-29'174,"1"2"1,-1 3 2808,2 5-2100,-4 3 1,10 9 0,-4 7-267,-1 8 0,6 12 1,-6 4-1,2 4 12,1 6 1,-1 4-1,5 9-506,0 1 0,5 9 0,1-4 0,0-2 0,2-1-246,0-2 1,2 4-1,4-4 1,1-1-449,-1-3 1,-1-2-1,-2-4 1,-3-2-493,-2-1 0,-1-11 0,-5 0 0,0-7-815,0-2 1,-1-9 1314,-4-6 0,-2-8 1,-4-11 562,2-5 0,-1-10 0,-4-2 0</inkml:trace>
  <inkml:trace contextRef="#ctx0" brushRef="#br1">22754 10806 2081,'72'-6'0,"0"0"0,0 0 0,0 1 0,-1-1 0</inkml:trace>
  <inkml:trace contextRef="#ctx0" brushRef="#br1">22754 10662 7983,'48'-21'0,"0"0"0,12-1 0,0-1 0</inkml:trace>
  <inkml:trace contextRef="#ctx0" brushRef="#br1">23113 10518 7983,'0'-42'274,"0"4"1,2 4 177,3 4 0,-2 3 1,5 1-1,0 4 77,0 1 0,2 2 0,6 4 0,1 1-127,2 0 0,0 1 1,-4 3-373,-1 5 0,1 5 0,-3 5 0,0 5-150,-3 3 1,-6 7-1,2 4 1,-3 5-73,-2 5 1,-7-2-1,-4 4 1,-5 0-87,-3-4 0,-5 3 1,3-2-1,-1-1-242,-4-1 0,1-4 0,1-3 0,5-5-2137,3-3 2657,1-2 0,14-12 0,2-4 0</inkml:trace>
  <inkml:trace contextRef="#ctx0" brushRef="#br1">23459 10374 8641,'0'-14'2313,"0"-1"-1146,-7 1 1,4 7-676,-7 7 0,7 7 1,-2 7-1,4 1-366,1-1 1,0 2 0,0 1 0,0 4-162,0 2 0,1-4 0,3 3 0,2-1-120,2-3 0,0-2 1,3-2-1,-1 0-148,1 1 1,2-7 0,1-2 0,1-1 72,-1 0 1,2-2 0,1-6 0,3-5 127,-3-5 0,-1 0 0,0-11 1,2-3 47,1-5 1,-1 2 0,-7-4 0,-3 4 344,-2 1 1,4 5 0,-6 2 1753,0 1-1728,-3 8 0,-2 13 0,-3 11 0,0 7-138,1 6 0,1-2 1,2 2-1,2 0-280,2-2 1,-1 4-1,7-5 1,1 0-194,2-1 1,1 0-1,1-8 1,-1 0-84,1-3 0,-1-6 1,0 2-1,2-3 69,4-2 1,-9-7 0,3-2-1,-1-6 116,0-4 1,-1 2 0,0-9 0,-4-3 49,-2-3 0,0-3 0,-2 2 0,0-4 183,0 0 0,-3-5 1,-1 6-1,0-1 419,0 3 1,0 6 0,0 4 0,0 4 714,0 4 1,-1 8-702,-4 4 0,-2 8 0,-4 6 1,2 4-137,-3 6 0,6 2 1,0 7-1,1-1-70,0 1 1,0 0 0,5 0-294,0 0 1,5-1 0,1 1 0,2-2 0,5 0-276,5 2 0,-1-8 1,9 6-1,3-4-221,3-6 0,6-1 0,-3-3 1,0-3-53,1-6 0,-3-2 1,-4-4-1,0-4 133,-1-8 1,-5-2-1,-4-7 1,-5 1 240,-4-1 1,1-1-1,-6-3 1,-2 3 482,-1 5 1,-2 3 562,0 2 1,-7 6-1,-2 5-188,-4 6 0,-1 6 1,1 9-1,3 1-484,5-1 1,4-1 0,1 1 0,0 1-538,0-1 0,0-2 0,1-4 1,4 0-609,5-3 0,3-6 0,1 2 0,0-3-656,1-2 0,4-7 0,2-2-272,1-4 1898,-4-8 0,2-8 0,-5-7 0</inkml:trace>
  <inkml:trace contextRef="#ctx0" brushRef="#br1">24149 10259 8269,'-27'-11'737,"3"-4"0,5-2 0,9 2-395,5 1 0,10 4 0,6 1 1,8-3-110,10 0 1,2-4 0,7-2-1,0-1-708,-1 1 1,5 2 0,-6 2 474,1 0 0,5-1 0,-6 1 0</inkml:trace>
  <inkml:trace contextRef="#ctx0" brushRef="#br1">24638 10187 7983,'-22'-15'650,"1"3"-279,7 2 1,7 4 0,7 6 0,8 0-44,5 0 1,6 0 0,2 1 0,0 2 38,-1 2 1,1 5 0,-3-4-1,3 2-362,1 3 1,-3 2-1,3 2 1,-2 1-86,-8 3 1,3-3 0,-7 5 0,0-2-11,-3 0 1,-4 5 0,-1-5 0,-1-1 30,-4-2 0,-3-2 0,-8-1 0,-2-4 204,-1-4 0,-2-3 0,4-4 0,-2-4 174,1-9 1,8-1 0,6-8 0,2-1-329,2-2 1,2-7-1,4-1 1,8-2-679,9-3 1,10-8 0,6-3 686,2 0 0,9-11 0,1 2 0</inkml:trace>
  <inkml:trace contextRef="#ctx0" brushRef="#br1">25113 8878 7983,'-15'-44'94,"1"1"0,1 3 319,4 7 1,2 1 0,7 13 0,0-1 270,0 0 1,7 8-1,2 0 1,4 4-228,1 4 0,7 3 1,1 1-1,2 1-198,0 4 0,5 3 0,5 7-180,-2-1 1,4 7-1,1 3 1,0 3-1,-3 3-125,-4 4 0,-1-2 1,-2 6-1,-3 2-152,-5 2 1,-5-4 0,-4 0 0,-5 4 132,-4 4 0,-2 1 0,-4 4 1,-6 0 208,-7 0 0,-4 2 0,-7 3 1,0-3 38,0-5 1,2-4 0,3-2 0,7-4 43,6-4 1,4-4 0,7-1 0,2-2-85,3-3 1,3 3 0,8-4 0,1 1-131,2 0 0,7-5 0,-4 3 0,2 1-183,0-1 1,-8-8 0,0 4 0,-6 0-6,-4-2 0,-1 0 0,-5-2 319,0 0 1,-6 6 0,-4 0-1,-3 3 1,-3 2 260,-3 2 0,3-3 0,-3 0 0,3 0-64,1-1 1,3 4-1,2-3 1,5 2-181,4-2 0,2 1 0,4-4 0,6 3-83,7 6 0,3-6 1,4 5-1,-1-2-113,2 0 1,1 4 0,2-1 0,-2 0 9,-3-2 1,1-3-1,-7 4 1,-5 0 141,-7 0 1,-4-1-1,-4 1 1,-3 0-69,-4 0 0,-15-1 1,-7 1-1,-5 0-352,-9 0 0,0-7 0,-8-3 1,-4-3-546,-9-1 1,6-3 0,-9-2 847,3-5 0,1-4 0,-7-1 0</inkml:trace>
  <inkml:trace contextRef="#ctx0" brushRef="#br1">26465 9410 7831,'-8'-6'-499,"-5"-2"0,10-5 1609,-7 3-99,7 4-175,-3 6 1,6 1 264,0 4 0,0-2-737,0 7 0,6-7 0,4 2 0,2-3-186,3-2 1,5 0 0,4 0-1,5 0-190,5 0 0,3-2 0,6-1 0,1-4-509,4-1 1,-4 5-1,0-2 1,-5 4-484,-4 1 0,-6 0 0,-7 1 1,-3 4 1003,-6 5 0,1 3 0,-6 1 0</inkml:trace>
  <inkml:trace contextRef="#ctx0" brushRef="#br1">26450 9770 7831,'-4'-15'489,"-1"1"1,2-1 123,1 1 0,4 6 0,2 2 1,8 1-415,5 0 0,5 0 0,9 5 0,2 0-513,6 0 0,2 0 0,2 0 0,2 0 314,3 0 0,3 0 0,7 0 0</inkml:trace>
  <inkml:trace contextRef="#ctx0" brushRef="#br1">28032 9021 7831,'0'-20'45,"0"2"1,-1-4-1,-2 1 397,-2 3 0,-6 7 0,1 3-121,-3 2 0,-1 1 0,0 5 0,-1 0-50,1 0 0,-2 5 0,-2 1 0,-3 2-44,-1 3 0,4 2 0,-1 3 0,3 2 39,2 1 1,-5 11 0,0 1 0,1 5 15,2 9 0,2 5 1,1 7-1,2 2-81,1 4 0,2-3 0,-1 6 0,4-2-100,3-3 0,2-7 0,2-3 0,3-1-84,4-4 0,5-7 0,6-6 0,4-4-20,3-5 0,2-5 0,-1-9 0,3-6-99,2-2 0,-1-2 0,7-2 0,-1-4-80,-1-8 0,4-4 1,-4-9-1,1-5-101,1-3 1,-7-4-1,1-5 1,-2-3-37,-3-1 1,1-6 0,-2 1-1,-3-1-6,-5 1 0,-3-3 0,-3 5 237,-3 0 0,-4-4 0,-7 7 0,-6 4 0,-6 4 132,-4 6 1,-9 5 0,1 5 0,-6 5 65,-2 3 1,-6 2 0,3 1 0,-4 2 27,-5 1 0,-1 7 0,1-2 0,-1 4-62,-2 1 1,4 0-1,9 0 1,3 0 85,5 0 0,13 0 231,-1 0-302,11 0 1,-3 6 0,9 4 0,1 2 83,2 3 0,0 1 1,-5 1-1,0 6 36,0 4 1,4-1 0,1 9 0,0 0 26,1 3 0,2 10 0,7 3 0,-1 2 133,0 0 0,7 1 0,5 7-98,6 1 1,9 1-1,9-7 1,1-4-1,2-4-91,-2-3 0,3-2 1,-6-3-1,-3-5-301,-5-6 0,-5-10 0,-8 1 0,-1-4-327,-2-2 1,-15-9 209</inkml:trace>
  <inkml:trace contextRef="#ctx0" brushRef="#br1">29773 4460 8286,'-13'-1'-907,"3"-4"1,-2 2 817,2-7 1,2 2-1,-2-3 279,-1 1 0,3 7 0,-1-3 129,-2-1 0,3 6 326,-2-4-241,0-3 1,1 5-160,-1-7 0,7 5 105,-2-4-238,4 6-263,1-4 155,0 7 53,0 0-35,0 7 1,0-4-24,0 6 1,0-4 49,0 5 63,0-7 1,0 5 181,0-3-111,0-4-100,0 6-170,0-1 158,0-4 0,0 6 5,0-3 1,1-4 0,2 6 57,2-1 1,6 2 0,1 5-7,5-4 1,1 6 0,6-2-1,1 6 28,2 3 1,10 4 0,6 7 0,10 9-6,8 9 1,-29-24 0,1 2 0,4 6 0,1 2 0,3 1 0,2 1-110,3 0 1,3 0 0,7 4 0,2-1 0,4-3 0,2 0 0,0 0 0,-2-1-142,-2-2 0,-1 0 0,-6-5 0,-2 2 1,-5 0-1,-1 1 0,-1 0 0,0 1-488,0-1 0,-2 2 1,-7-1-1,-3 2 587,-2-2 0,-3 2 0,0-1 0,-2 1 0,-3 1 0,-1 1 0,-2 1 0,-1 2 0,-2 0 0,-1 0 0</inkml:trace>
  <inkml:trace contextRef="#ctx0" brushRef="#br1">30808 8173 8169,'13'-29'-65,"-3"0"0,3 7 0,-5 2-302,0 4 0,0 4 1298,-4 2 1,-2 2-256,3 3 0,-4 5-433,-1 0 1,-6 8-1,-4 11 1,-4 7 63,-5 6 1,-4 5 0,-5 6 0,-3 2-224,-2 3 1,-9 1-1,-7 6 1,-3-3-81,-2 3 0,24-27 0,-1 1 0,-1 1 0,0 1 0,1-1 0,0 1-89,-28 25 1,11-7 0,15-10 0,4-6-609,5-2 1,5-9-1908,9-3 2600,4-9 0,12-4 0,2-6 0</inkml:trace>
  <inkml:trace contextRef="#ctx0" brushRef="#br1">30161 8158 8013,'-19'-14'422,"1"-1"0,4 3 60,3 2 0,8 7 0,-2 12 0,3 12-98,2 10 0,8 5 0,7 9 1,7 1 132,5 2 1,12 0-1,8-5 1,17 2-372,-26-21 1,3 0-1,5 4 1,2 0-1,7 4 1,2 0-1,2 1 1,0 0-3068,3 1 1,1 0 2920,4 4 0,0 1 0,2 4 0,-1 0 0,-20-11 0,0-1 0,0 1 0</inkml:trace>
  <inkml:trace contextRef="#ctx0" brushRef="#br1">7177 13266 8217,'0'-14'244,"-5"4"1,0-1 0,1-4 352,-3-2 0,4-2 0,-5 4-426,2 1 0,-4-1 1,4-1-1,-2-1 1,-4-2 137,0 1 0,-3 7 1,1 1-1,-1 1-157,1 1 0,-2 1 1,-1 7-1,-3 0-44,3 0 1,-4 4-1,0 4 1,0 8-92,1 4 1,1 4 0,4 7-1,1 2 76,-1 6 0,6 4 0,-1 5 0,1 4 2,1 4 1,1 8-1,7 4 1,0 0-33,0-1 1,0-3 0,2-6 0,3-4-54,4-6 1,9-1 0,1-15 0,0-5-63,2-6 1,1-5 0,9-4-1,1-2-23,1-5 0,9-4 1,1-1-1,6-1-8,3-4 1,2-3 0,-6-6 0,-2-2-36,-1-4 1,-4 0 0,-2-6-1,-7 2-41,-7-2 0,-4-6 1,-6-3-1,-1-1-20,0-4 0,-1-2 1,-2-3-1,-3-3-25,-1-5 0,-3-2 0,-4-3 0,0 0 100,0 1 1,-1 4 0,-6 2 0,-5 1 139,-6 4 1,-3 8-1,2 6 1,-5 6 233,-3 7 0,-2 0 0,0 3 0,-1 5-26,-3 3 0,1 3 0,-7 5 0,1 0-133,1 0 1,7 1 0,7 3 0,1 0-88,0 0 1,6 4-14,1 1 0,7-1 19,8 2 1,0-1 0,0 7-1,0 2 143,0 1 1,0 7 0,2-1 0,1 6 30,2 2 1,6 7 0,-1-1 0,2 2 34,3 2 1,-1 7 0,1 3 0,1 4-56,3 5 1,-2 2 0,6 4 0,-1-8-164,0-5 0,-2-1 0,4-6 1,1-3-302,2-5 0,2-7 1,0-7-1,0-4-575,-1-1 0,1 5 0,0-2 0,0 3-1059,-1 2 1,1-2 1913,0-3 0,6 3 0,2-5 0</inkml:trace>
  <inkml:trace contextRef="#ctx0" brushRef="#br1">8141 13453 7990,'-15'-38'0,"1"1"663,-1 2 1,1 4 0,1 11 421,4 5 0,2 12-768,7 3 1,0 6 0,0 10 0,0 3 34,0 5 1,2 5 0,3 3 0,3 3-110,0 2 0,3 3 0,-5 6 1,2 2-66,3-1 1,2-2 0,2-4 0,-1-1-192,0-2 0,1-4 0,1 1 0,1-3-229,2-5 1,5-7 0,-3-1 0,2-5 14,2-4 0,-2-4 1,-1-7-1,-1-4 58,-4-5 1,4-7-1,-2-4 1,-3-2-35,-5-2 1,1-4-1,-6-5 1,0-4 8,1-3 1,-2-3 0,-4 1 0,2 0 393,2 0 1,0 6 0,-5 5 0,0 7 490,0 5 1,-2 11-490,-2 4 1,2 11-1,-3 9 1,4 9-180,1 8 0,4 4 0,3 8 0,1-1-613,3 0 0,2 5 0,3 0 1,3-2-1071,5-1 0,3-3 0,3-6 1660,4-7 0,3 0 0,6-7 0</inkml:trace>
  <inkml:trace contextRef="#ctx0" brushRef="#br1">9378 13654 7990,'0'-51'349,"0"3"0,0 10 0,-2 8 414,-3 9 1,-4 3 0,-9 13 0,-1 2-203,1 2 1,-4 1-1,-2 0 1,-3 1-293,-2 4 1,-1 5-1,-2 9 1,-2 3-62,2 1 0,3 5 0,5-1 0,7 5-73,6 0 1,4 0 0,7 0 0,0 2-198,0-2 1,7-2-1,2-1 1,4 0-200,1 0 0,6-7 1,0-3-1,3-3 17,2-1 1,-2-7-1,1-4 1,0-2 104,-2-2 0,4-2 1,-6-2-1,1-6 12,0-3 1,-2-8-1,-6-3 1,-2-4 35,-1-6 0,-2 2 1,1-5-1,-4 4 264,-3 6 1,-2-1 0,0 9-1,0 2 1182,0 1-1276,0 8 1,0 8-1,0 11 1,0 6-470,0 7 0,1 4 0,2 0 0,4 1-1011,1 0 1,1 0 0,6-1-64,-1 1 0,2-5 1464,3 0 0,4-6 0,5 3 0</inkml:trace>
  <inkml:trace contextRef="#ctx0" brushRef="#br1">9665 13626 7990,'-22'-32'0,"3"3"0,3 7 1898,1 4 0,6 10-1407,-1 3 0,7 5 1,-2 5-1,4 5-363,1 2 0,6 9 0,2 1 0,2 2-227,-1 0 1,2-1 0,7 2 0,1-2-182,-1-2 0,-2 3 1,-2-4-1,0 1 42,1 0 0,-1 0 0,-1-4 0,-2 2 187,-1-1 0,-6 3 0,4-2 128,-1-1 1,-2-2 279,-5-2 1,-7-8-1,-2-4 1,-3-7-117,3-3 1,-2-8 0,4-8 0,1-3-187,0-2 1,1-1 0,6-4 0,4-4-26,5-4 0,3 4 0,2 0 0,5-2 85,4-2 0,3 5 1,2 5-1,-1 7-104,1 6 1,0 9-1,0 5 1,-2 7-211,-3 7 0,1 3 0,-5 13 0,-3 4-568,-1 3 0,3 8 1,0-3-1,-1 1-573,-2 0 1,-3-6 1339,-4 2 0,4 3 0,-5-1 0</inkml:trace>
  <inkml:trace contextRef="#ctx0" brushRef="#br1">10442 13237 7971,'-24'-37'0,"2"4"794,1 2 0,-3 11 0,5 8-81,1 16 1,8 4 0,6 12-1,2 1-425,2 3 1,0 5-1,2 3 1,2 2-200,6-2 1,-2 3-1,2-2 1,1-1-166,2-1 1,1-1 0,0 4 0,1 4-660,-1 3 1,-4-2 0,-2-1-1,0 2-1033,0 2 1,-5-1 1767,2-2 0,-10-4 0,-3-6 0</inkml:trace>
  <inkml:trace contextRef="#ctx0" brushRef="#br1">10327 13712 7971,'0'-37'0,"0"4"0,0 4 761,0 5 1,6 3 0,4 7 0,3-1-383,1 1 0,7 4 0,4 1 0,6-1-576,2 2 1,2-5-1,-3 5 1,4-1-46,0-1 1,-2 1 0,3-6-1,-2 1-205,-3-1 0,-2 1 1,-1 0-1,-2 1-612,-3 3 1487,-10 4 0,-14 6 0,-9 0 0,-4 0 184,-1 0 1,-1 0-1,1 0 1,-1 1-39,1 4 0,0 3 0,-1 7 0,1 1-202,0 3 0,1-2 1,2 7-1,3 2-266,1 1 1,1 2 0,3 0 0,-2-1-124,2 1 0,1-5 0,4 0 0,2 2-246,6 1 1,4 0 0,4-3 0,3-5-97,1-3 1,4-3 0,7-3-1,4-6 9,0-2 0,3-5 0,-5-5 0,0-8 10,0-5 0,-1-8 0,-7-6 0,-3-2 332,-5-3 1,-3-1 0,-3-2 0,-4 3 802,-4 6 0,-3 7 0,-2 13 198,0-1 1,-7 7 0,-1 5-669,0 6 1,-3 10 0,6 8 0,2 1-605,2 4 1,1 1-1,0 2 1,1-1-661,4 1 1,3-5-1,8 0 1,2 2-1015,1 1 1,6-5 1952,-1-2 0,4-11 0,0-2 0</inkml:trace>
  <inkml:trace contextRef="#ctx0" brushRef="#br1">11506 13496 7971,'-14'-29'0,"-1"2"1716,1 3 0,5 10 1216,-1 9-2816,0 3 0,7 9 0,5 2 0,3 4-112,1 2 1,5 4 0,-1 2 0,4 1-69,5 4 0,-3 1 0,5 0 0,-2-2-168,0-1 1,1-4-1,-6 4 1,0 0 39,1-2 1,-1 0 0,0-4 0,-1 1 89,-3-1 1,-2-7 300,-3-2 1,-5-5 0,1-1 0,-6-6-1,-3-7 0,0-4 0,-3-4 0,3-3 22,2-1 0,-1-2 0,4-5 1,-1 0-64,0 1 0,4-1 1,4 0-1,2 2-90,2 3 1,1-2-1,6 7 1,-1 2-61,1 1 0,4 8 0,2 3 1,1 3-207,4 2 0,-4 0 0,2 2 1,1 3 28,3 4 0,-1 9 0,-2 3 1,-1-1 47,2 1 0,-1 3 1,-1-3-1,-4 0-58,-4-1 1,-2 1 0,-1-3 0,-4 1 79,-4-1 1,-5-2 0,-5-2 205,-4 0 0,-4-6 0,-1-3 1,-1-5 128,1-5 1,-1-3 0,1-6 0,1-2-41,4-3 0,2-4 0,7-5 0,0-3-11,0-2 1,5 2 0,3-2-1,3 2-12,5 3 0,8 4 0,0 3 0,5 3-47,5 5 1,4 9-1,10 0 1,5 9-175,2 10 1,3 5-1,-2 11 1,-3 1-886,-5 1 1,-4 14 0,-2-1 932,-4 4 0,-3 6 0,-6-5 0</inkml:trace>
  <inkml:trace contextRef="#ctx0" brushRef="#br1">13966 12993 8022,'24'-63'0,"-2"4"866,-1 8 1,-2 11-214,-5 21 1,-6 17 0,-3 20-1,-5 7-120,-5 10 0,-4 9 0,-10 7 0,-5 8-205,-3 5 0,-2 3 0,0 3 0,0-1-298,0-2 1,5-6-1,2 1 1,0-2-232,-1-3 1,6-6 0,-1-4-1,5-7-639,4-7 0,6-14 385,-2-4 1,5-18 0,3-7 325,2-11 0,4-8 0,-2-4 0,1-6 55,3-2 1,-3-9 0,2-2 0,1-3 113,2 2 0,1-3 0,0 5 0,1-1 175,-1-1 1,0 6 0,-1 3 0,-2 7 200,-1 8 0,-2 15 0,3 1 0,-3 7-106,-1 7 1,4 7 0,-2 13 0,4 8-13,2 7 0,1 6 0,1 3 0,2 1-520,-1 2 0,-1 0 0,1-5 0,3 0-779,1 1 1,-4-1 0,1 0 0,-2 2-390,3 3 1,-9-10 0,2 0 1389,-5-6 0,-4-3 0,-4 0 0</inkml:trace>
  <inkml:trace contextRef="#ctx0" brushRef="#br1">13851 13726 7865,'-13'-36'701,"2"2"1,3 4 251,1 1 0,3 6 0,4 4-562,0 3 1,12 2-1,9-2 1,9-2-320,9-1 1,9-2 0,6 4 0,8-4-231,10-1 1,-1-1 0,1-2 0,-8 1-251,-5-2 0,-8 2 1,-3-3-1,-5-3 168,-5-1 0,-4-4 0,-10 0 1,-5-4 184,-3-5 1,-3-1-1,-4-6 1,-4 0 236,-3-1 1,-9 6 0,-4 0 0,-5 6 456,-3 6 1,-5 5-1,3 5 1,0 5 57,1 3 0,0 8 1,6 4-1,0 5-324,-1 9 1,3 7 0,0 17 0,3 4-115,-2 4 1,4 7 0,2 6 0,4 5-194,1 8 1,0-4-1,0-2 1,1-5-498,4-4 1,5 2-1,9-7 1,7-4-303,5-4 1,11-5 0,9-9-1,5-5 28,8-7 0,0-9 0,1-2 0,-1-8 235,-3-9 1,-7-7 0,-2-8-1,-4 1 243,-7-1 1,1-5 0,-9-1 0,-1-2 264,-1-3 0,-15 12 1,-7 4-1,-7 6 612,-7 4 0,-5 6 0,-9 3 0,-5 3 474,-3 2 1,-7 2 0,-1 3-670,-1 4 0,-1 6 1,-2 2-1,7 4 0,5 1-470,3 4 0,7-4 0,-2 1 0,3-1-215,1 1 0,7-6 0,5 2 0,6-3-287,7-1 0,3-3 0,3-2 0,1-4 113,2 1 0,5-6 1,-3 6-1,0-2 387,0-1 0,-2 6 1,-6-4-1,-2 2 392,-2 4 1,-1 2 0,4 4-1,-4 4-105,-2 5 0,0 0 0,-2 12 1,2 2-106,2 6 1,-3-1 0,4 5 0,1 0-166,-2 0 0,3 1 0,-6 0 0,-2-4-78,-1-3 1,-2 0-1,-4 1 1,-5 1 56,-10-6 0,-7 1 1,-3-10-1,-1-4 114,-4-2 1,4-10 0,-4-2-1,4-7 40,1-6 1,2-9-1,3-6 1,7-10-159,5-8 0,6-6 1,6-10-1,0-7-379,0-5 1,13-1-1,6-5 1,7 1 86,2-1 0,3-3 0,-15 32 1,1-1-1,2 0 0,1 1 177,0 1 1,1 2 0,27-28 0,-2 14 0,-2 11 110,-4 10 1,-10 14 0,-1 13 0,-10 8 141,-8 5 0,0 6 1,-6 2-1,0 1 111,1 4 1,-4-4 0,3 2 0,-4 1 125,-1 3 1,0-1 0,0-2 0,0-2-478,0-2 1,7-1 0,1-2 0,1 1-168,1-1 1,-2-7-1,3-3 1,-1-2-216,1-3 0,2-1 1,1-2 203,0 0 0,1-2 0,-3-2 0,0-8 0,-3-3 37,2-5 0,-4 0 0,-2 0 1,-4-2 260,-1 0 0,0-4 0,-1 5 0,-4 0 294,-5 1 0,-4-1 0,-5 3 0,-4 1 49,1 4 1,-4-1-1,6 6 1,-1-2 715,0 0 0,2 1-590,4-6 1,9 7 0,6 2-335,8 0 1,6 4 0,6-3-1,4 5-220,3 5 0,0-2 0,-1 7 0,-3 1-60,3 2 0,1 1 0,2 1 0,0-1-52,0 0 0,-2 5 0,-2 1 0,-1-1 91,2 2 1,-5-5-1,-2 3 1,-3-3-125,-2-2 1,-6 2 0,-3 2 178,-4 1 0,-2 0 0,-4-6 0,-4-3 69,-4-6 0,-2 3 0,1-2 0,0-2 154,-1-2 0,2-7 1,2-4-1,3-2 88,2-3 1,1 1-1,5-2 1,0-3-18,0-5 0,2 1 0,2-1 0,6-1-156,3-3 1,3 4 0,1 2 0,4 0-27,2-1 0,0 11 1,6-3-1,0 4-54,0 3 0,-2 2 1,-1 6-1,-3 0-318,3 0 0,-4 4 1,1 3-1,-2 1-264,-4 3 0,-6 2 1,-3 1-1,0 2-244,0 3 1,-4-3 0,0 5-1,-2-2 826,-2 0 0,-6 1 0,-2-6 0</inkml:trace>
  <inkml:trace contextRef="#ctx0" brushRef="#br1">16195 13194 7865,'-14'-32'870,"1"3"-72,3 7 1,-1 12-877,6 10 1,1 8 77,4 11 0,6 4 0,2 6 0</inkml:trace>
  <inkml:trace contextRef="#ctx0" brushRef="#br1">16440 13237 7865,'0'-29'447,"-5"2"1,0 3 0,0 7 607,-1 5 0,4 8 0,-3 8-858,4 6 1,1 9-1,0 5 1,0 3-329,0 2 1,1 0 0,3 1-1,2 2-292,2 2 0,-3-1 0,3-4 1,0 0-1297,0 0 1,-3 1 1718,4 4 0,-6-4 0,4 5 0</inkml:trace>
  <inkml:trace contextRef="#ctx0" brushRef="#br1">16627 13309 7865,'-7'-29'753,"1"2"0,-5 5 3225,1 7-3687,7 7 0,-4 15 0,7 2 0,0 4-260,0 2 0,5 4 0,0 0 0,0-1-105,1-3 1,-3 5 0,5 0 0,-1 1-139,-4 0 0,3 3 0,-1-5 0,-2 0 52,-1 2 0,3-5 1,0 3-1,-2-3 174,-2-1 1,1-3-1,1 0 379,2-3 1,1-7-80,-1-2 1,-2-7 0,5-7 0,0 0-178,0-1 1,2 1 0,4-2 0,1 0-233,-1 2 0,0-2 0,2 9 0,2 1-326,1-1 0,2 3 0,-3 4-115,1 0 0,0 6 0,-5 4 0,1 2 1,-1 4-1265,0 4 1,-6-3 1799,-3 7 0,-3 0 0,-2 5 0</inkml:trace>
  <inkml:trace contextRef="#ctx0" brushRef="#br1">16512 13424 7865,'1'-43'633,"4"1"1,5 6-8,2 7 0,9 8 0,3 10 1,5 3-1651,4 2 0,3 1 0,5 5 1024,2 0 0,-3 0 0,10 0 0</inkml:trace>
  <inkml:trace contextRef="#ctx0" brushRef="#br1">17029 13280 7865,'-1'-24'0,"-2"2"2506,-2 1-1820,0 8 1,7 13-1,1 10 1,3 3-600,2 1 1,2 2 0,3 2 0,-2 3-93,-2 1 1,1-3 0,4 5 0,-1 2-78,-3 1 1,1 0-1,-6-1 1,-2-2-93,-2 1 0,-1 2 0,0 2 0,0-2 105,0-3 0,-6-3 1,-2-7-1,-2 1 91,1-1 0,4-6 0,-5-3 0,1-5 148,1-5 1,-3-4-1,6-9 1,2-3 222,1-1 0,2-2 1,0-7-1,0 1-139,0 1 1,2-3-1,3 8 1,4-1-188,4 1 1,1-2-1,1 9 1,1 2-158,3 4 1,-2 8-1,7-2 1,2 3-39,1 2 1,-3 2 0,-2 3 0,1 6 7,-1 7 1,-4-2-1,3 4 1,-4 0 55,-2-1 1,2 2 0,-7-4 0,1 2-75,-2-1 1,-2-2-1,-7-2-529,0 1 802,0-7 0,-7-4 0,-1-8 55,0-6 0,1-4 0,3-4 0,0-3-114,0-1 1,9-2 0,5-5 0,2 0 226,3 1 1,6 0 0,3 3 0,3 3-35,2 1 0,-1 8 0,1 8 0,0 4-359,0 1 0,4 8 0,1 8 1,-1 11-1063,2 9 0,-4 8 0,4 5 1152,0 9 0,-4-1 0,4 7 0</inkml:trace>
  <inkml:trace contextRef="#ctx0" brushRef="#br1">19518 13065 7881,'0'-21'492,"-2"-2"0,-1-4 218,-2 3 1,-5 11-1,6 15-205,0 11 1,3 9 0,1 12 0,0 4-63,0 4 1,0 1 0,1 0 0,3 0-365,0 0 0,1 0 0,-5 1 0,2-1-342,3 0 1,-4 0 0,4 0-1,-3 0-859,-2 1 0,0-3 0,1-1 1,2-3 1121,2-2 0,0-1 0,-5-6 0</inkml:trace>
  <inkml:trace contextRef="#ctx0" brushRef="#br1">19129 13626 7881,'0'-24'913,"0"0"0,0-5 0,0 10 0,2 3-278,3 5 0,11 3 1,12 4-488,9 0 1,6-3-1,7 4 1,7-3-1,7-1-684,2 1 0,12-1 536,-37 5 0,0 0 0,4-2 0,1 0 0,4-4 0,0 1 0</inkml:trace>
  <inkml:trace contextRef="#ctx0" brushRef="#br1">21344 12777 7881,'-19'-34'253,"-2"1"1,-1 2 161,-4 6 0,-2 5 0,-6 11 0,-3 4-64,1 3 1,-4 4-1,4 3 1,1 4-86,0 4 0,2 3 0,5 5 0,3 6 102,1 5 0,6 15 0,-1 0 0,3 9-56,2 7 0,1 2 0,3 9 0,6-1-250,2-1 0,2 2 0,3-13 0,5-4-149,7-2 1,9-11-1,1-1 1,7-7-117,6-6 0,6-8 0,4-4 0,3-7-14,0-6 0,5-3 0,-5-4 8,0-3 0,-1-9 0,-9-10 0,-3-5 0,-4-5 28,-4-4 1,-2-8 0,-3-4 0,-3 1 85,-1-1 0,-6-3 0,-7 4 0,-2-2 91,-3-4 1,-3 1 0,-6 1 0,-9 5 57,-7 3 1,-7 4-1,-4 2 1,-4 6 84,0 3 0,-3 7 1,5 6-1,0 4 33,0 3 0,1 5 0,5-3 1,2 2-59,3 3 0,4 3 0,5 3 0,2 3 9,4 2 1,-4 2 0,5 4-5,0 1 1,2 1 0,6 1 0,0 4 106,0 1 0,0 2 1,1 7-1,4 2 100,5 6 0,2 7 1,3 2-1,-1 0-56,1 2 0,4 2 1,2 9-1,1 1-240,3-1 1,-2-2 0,1 1 0,3 0-783,5 3 0,-2-3 0,4-7 0,-2-7-57,1-6 1,4-4 0,6-11 0,2-4-2195,3-7 3003,3-9 0,7-5 0,-1-8 0</inkml:trace>
  <inkml:trace contextRef="#ctx0" brushRef="#br1">22020 13280 7881,'-14'-33'865,"0"-1"1,-6 7 0,1 8 517,2 3 1,2 9-960,6 7 1,2 8 0,9 12 0,3 2-123,4 0 1,4 6 0,1-4 0,1 3-240,-1 1 0,1 1 0,-1 0 1,0 0-200,1 0 0,-1-1 0,0 0 0,2-3-324,4-1 0,-4-5 0,4 4 0,1-3 44,3-2 0,-2-4 0,2-4 0,2-5 138,1-4 1,-3-9 0,-1-6 0,-3-8 245,-2-6 1,-2-2 0,-2-3 0,-1-6 161,-3-2 1,1 2 0,-6 2-1,-2 2 332,-2 3 1,-2 2-1,-4 3 1,-5 4 448,-2 9 0,-3 1 0,1 8-638,0 2 1,4 3 0,2 5 0,2 6-466,2 7 0,3 4 1,1 7-1,1 0-838,4-1 1,8 1 0,8 0 0,3 0-37,6 0 0,0-5 0,9-2 0,1-3 583,1-6 1,9 0 0,1-8-1,0-2 483,-3-2 0,2-7 0,-4-5 0,-3-5 0,-3-3 0,-14-5 0,-2 3 0,-8-2 44,-7-2 0,-2-2 0,-7-1 0,-2 3 666,-3 1 0,-3 6 0,-8-2 1,-3 0 347,-5 1 0,2 2 0,-1 5 0,2 4-347,4 2 1,1 1 0,2 5 0,-1 0-288,1 0 0,-1 2 0,1 3 1,1 4-278,4 4 0,-3 3 1,6 2-1,0 2-332,-1 3 0,2-1 1,5 4-1,0-2-298,0 1 0,5-2 1,2-1-1,1 0-173,3 1 0,2-6 0,1 1 235,0-7 1,1-3 452,-1-3 0,-1-5 1,-2 0-1,-1-10 1,-1-6 193,-1-3 1,3-2-1,-4 4 1,-1-2 341,1 1 1,-1 2-734,-1 2 0,-2 6-476,7 3 1,-2 11 0,3 7 0,-2 5-272,3-1 0,5 6 0,4-1 1,1 0-1108,4-2 2019,1-4 0,8-2 0,2 0 0</inkml:trace>
  <inkml:trace contextRef="#ctx0" brushRef="#br1">23286 13367 7881,'-10'-24'104,"1"1"0,-1 3 761,2 2 0,-5 2 2711,4 2-3246,3 6 0,-1 8 0,9 8 1,3 1-270,4 1 0,-1-1 0,2 6 0,-1-1-205,-1 0 1,5 1 0,-3-1-1,1 1-71,-2-1 1,3 0 0,-6 1 0,0-1-119,1 1 1,2-1 0,-4 0 0,-2 1 208,-1-1 0,-2 1 0,0-1 312,0 0 1,-2 1-1,-2-3 207,-6-2 1,2-4 0,-2-6-127,-1 0 0,5-6 1,1-5-1,3-5-166,2-3 1,2-7 0,3 4 0,4-2-101,4 0 0,3 0 1,2-3-1,3 3 17,1 4 0,0 4 0,4 4 0,-2 1-328,1 1 1,3 7 0,0 0 0,-1 6-321,-3 6 0,2 4 0,-7 3 1,-1 3-150,-2 5 1,-2 3-1,-1 2 1,-2 0 776,-1 0 0,-1 0 0,6-1 0</inkml:trace>
  <inkml:trace contextRef="#ctx0" brushRef="#br1">23847 13165 7881,'-6'-49'227,"4"10"0,-3 3 0,2 8 4404,-2 9-4131,4 10 1,-6 9 0,7 9 0,0 6-288,0 4 0,5 3 1,1 7-1,1 0-253,-1-1 1,4 6 0,-4 1 0,1 0-1043,-1 1 1,4 2 0,-6-5 0,1 1-735,2 1 1,-6-4 1815,4 2 0,3-2 0,0-3 0</inkml:trace>
  <inkml:trace contextRef="#ctx0" brushRef="#br1">23804 13424 8458,'5'-30'0,"-1"-2"731,0-2 1,2 7 0,0 8-95,2 3 1,2 6-1,4 2 1,1 2-445,-1 3 0,5 0 0,2-1 1,0-2-140,0-2 1,4 5 0,-1-4-277,3 1 1,2 3-1,0-7 1,0 1 0,-2-1-67,-3 0 0,-3 1 0,-7-6 732,0 1 1,-6 0-1,-5 1 97,-6 3 0,-5-1 1,-6 6-1,0 2-149,-1 2 0,1 2 0,-1 4 0,1 4-211,0 4 1,-1 6 0,1 2-1,1 2-212,3 2 1,4 2 0,6 2 0,0-2-358,0-3 1,2 2-1,1-5 1,3-1 20,2 1 0,7-2 1,5-4-1,3-2-104,2-4 0,-2 2 0,1-6 0,1-2 217,2-1 0,1-8 1,-4-6-1,-4-4 190,1-3 0,-5-6 0,3 1 273,-3-4 0,-6 0 0,-2-1 0,-2 0 1,-3 2 1403,-1 3 1,-2-2-531,0 7 0,-2 6-961,-2 9 0,2 8 1,-3 6-1,4 3-890,1 1 1,0 7-1,0 3 1,0 2-553,0-2 0,6 3 1,4-5-1,2 0 1320,3-2 0,-1 2 0,1 0 0</inkml:trace>
  <inkml:trace contextRef="#ctx0" brushRef="#br1">24667 13237 8383,'-10'-29'918,"1"1"1,4 5 2158,-5 4-2704,7 9 0,-2 6 0,10 8-264,5 6 0,2-2 0,3 2 0,-1 1-144,1 2 1,4 3 0,0 1 0,0 2-83,2-1 1,-5-2-1,3-2 1,-3 2-100,-2 3 1,-4-3 0,-2 4 0,0-4 80,0-2 0,-5 0 0,2 1 0,-3-1 96,-2 1 1,0-6 0,-2-1 0,-3-1 297,-4-4 0,1-2 0,-2-2-9,-1-4 0,0-8 0,1-6 0,4 1 52,-1 2 1,6-3 0,-4 0 0,3 0-80,2-2 1,0 5 0,2-3-1,1 3-233,2 2 1,6 4-1,-3 0 1,3-1-100,4-2 0,-4 5 1,8 4-1,-1 0-115,1 0 1,-3 2-1,3-3 1,-3 5-176,-2 5 0,1-2 0,-1 7 122,0 1 1,-6 2 0,-1 1 85,-1 1 0,-4-6 0,3 1-80,-4 1 1,-1 2 129,0 1 924,0 0-391,0-6 0,2-8 0,3-9 0,4-4-103,4-1 1,1-1-1,1-1 1,-1-1 112,0-2 1,6-1-1,0 6 1,1 1-311,0 4 1,5 2 0,-4 7 0,2 0-1119,0 0 0,-7 13 1,3 6-1,-4 8-2954,-2 7 3980,-6 3 0,-2 12 0,-6 2 0</inkml:trace>
  <inkml:trace contextRef="#ctx0" brushRef="#br1">22437 14475 7881,'0'-28'384,"0"4"1,0-1 0,0 6 0,-1 1 74,-4 2 1,3 6-1,-4 2 1,1 0 149,0 0 1,-6 5 0,2-2-258,-4 4 0,-6 1 0,-2 3 0,-1 5-38,-4 6 0,4 6 1,-2 0-1,0 8 28,1 4 0,-2 8 1,7-2-1,5 2-294,7-2 0,4 4 1,2-5-1,2 1-228,3 0 0,11-6 1,13 2-1,7-5-305,6-5 0,3-4 1,3-5-1,3-2 112,0-4 0,-2-4 0,-6-10 1,1-4 17,-1-4 1,-6-10 0,-5-4 0,-7-6 303,-6-4 0,-3 3 1,-1-2-1,-3 0 495,-2 4 1,-4 8-1,-6 5 1,-1 3 222,-4 2 0,-3 6 0,-6 3 0,-1 3-231,1 2 0,-1 7 0,1 2 1,1 6-423,4 4 1,-2-1 0,6 4 0,2 0-377,1 1 1,4-1-1,2 4 1,8-4-432,5-1 1,1-2 0,6-5 0,1 1 287,2-1 0,1-6 1,-3-3-1,-1-3 338,2-2 1,-6-7 0,0-4 0,-6-5 37,-4-3 1,-4-2 0,-6 2 0,0-3 108,0-1 0,-6-2 0,-4 5 0,-3 3 196,-1 1 0,4-2 0,1 2 1,-1 3 451,2 1 1,2-1-257,6-2 1,6 6-1,5 1 1,5 2-61,3 2 0,5 3 1,-3 1-1,2 0-228,2 0 1,2 6-1,2 2 1,-2 2-145,-3-1 1,3 1 0,-4 4 0,-1 1-110,-3-1 0,2 0 0,-2 1 0,-1-1 54,-2 1 1,-2-1 0,1 0 0,-3 1 117,-2-1 1,-4 1 106,-6-1 0,-1-6 1,-4-3 240,-5-4 1,-2-1 0,-3 0-51,1 0 0,-1-4 1,3-3-1,0-1-147,3-3 1,6-2 0,-4-1 0,2-1-33,1 1 0,-1-2-222,5-3 0,5 3 0,1-3 0,2 4-222,3 6 0,2-3 0,3 6 0,2 0-23,1-1 1,6 2 0,-1 5 0,3 0 57,2 0 1,0 7 0,0 1 0,0 1 45,-1 1 0,1 0 0,0 2 0,-2 0-120,-3-3 1,-3 1-1,-7 3-750,1-4 1151,-7 4 1,-4-11-1,-8 2 303,-6-2 1,-3-8-1,0-4 1,4-3 104,4-1 0,3-1 0,2 1-215,0 0 0,2-1 1,3 1-1,6-1-220,7 1 1,-2 6-1,4 2 1,-1 1-247,1 0 0,5 0 0,-2 5 1,1 0-348,0 0 1,-2 7-1,3 1 1,-2 1-346,-2 1 0,3-1 0,-4 6 925,3-1 0,-6 1 0,4-1 0</inkml:trace>
  <inkml:trace contextRef="#ctx0" brushRef="#br1">24192 14446 7881,'0'-29'246,"-5"0"1,1 2 0,-1 3 3198,-2 5-2747,6 9 0,-6 7 1,7 11-336,0 6 0,0 10 1,0 2-1,0 4-71,0 4 1,0 6-1,2 0 1,1 6-457,2 7 0,5-2 0,-4 2 0,0 3-319,1 5 0,2 3 1,-4 3-1,-2-5-275,-1-3 1,-2-6-1,-2-2 1,-4-3-46,-8-6 0,-2-7 0,-7-11 0,1-7 803,-1-5 0,-7-6 0,-7-6 0</inkml:trace>
  <inkml:trace contextRef="#ctx0" brushRef="#br1">24163 14647 7881,'15'-48'373,"-1"0"0,1 8 0,-1 12 0,0 7 126,1 5 0,4 3 0,0 2 0,0 3-565,2 1 1,0 3 0,4 4-1,-2 1-212,-3 4 1,0 3 0,-8 8-1,-2 2 145,-5 1 0,-4 5 0,-1-5 0,0 0 98,0 2 0,-11-5 0,-5 5 0,-5-2 47,-4 0 0,-2 0 1,-2-4-1,0-1-389,0 0 0,2 1 1,3-2-1,5-2 377,3-2 0,2 1 0,-1 4 0</inkml:trace>
  <inkml:trace contextRef="#ctx0" brushRef="#br1">24566 14561 7881,'0'-15'487,"0"-4"0,0 0 968,0 2 1,-6 7-1122,-4 5 1,4 5 0,1 7-1,3 5-262,2 6 0,0 6 0,0-3 0,0-1-202,0 1 0,0 5 0,2-4 1,3 1-377,4-4 1,4 2 0,2-2 171,-1-2 0,-5-2 0,1-6 0,1-4 164,2-3 1,1-2 0,1-2-1,-1-3 162,1-4 0,-1-10 1,0-7-1,1-4 111,-1-4 1,0-1 0,1 3 0,-1-2 239,1 2 1,-7 8 0,-4 4 0,0 2 1443,0 4-1644,-2 2 1,4 19 0,-6 4 0,0 5-125,0 3 0,0 7 0,2-4 1,3 2-256,4 0 0,6-5 0,2 4 1,4-3-87,1-2 0,-4-2 0,3-3 1,-2-2-215,0-1 1,0-7 0,-4 2 317,-1-4 1,1-6 0,-3-3 0,0-3 93,-3-5 1,-6-6 0,4 1 0,-3-1 122,1-4 0,0-6 0,-3-1 1,1-1 290,2-1 0,-1 4 1,-4-2-1,0 2 342,0 3 0,0 0 0,0 5 0,-1 5 287,-4 7 0,2 0 1,-7 7-567,-1 6 0,5 6 0,-1 11 1,3 5-126,-1 3 1,0 2-1,5 0 1,0 0-199,0-1 1,0 6 0,2 0 0,1-2-356,2-2 0,6-1 1,-2-1-1,4 0-311,1-4 0,2 1 0,2-7 0,1-5 88,-1-7 0,-1-4 0,1-2 0,1-2 300,-1-3 0,2-8 0,0-7 0,-3-3 150,-1-2 0,-6-3 0,-2 0 0,-2 0 284,-3 4 0,-1 4 0,-2 5 0,0 1 478,0 0 0,-6 6 1,-4 3-1,-1 5-175,1 5 1,-3 3 0,4 6-1,-2 2-293,1 3 1,4-3-1,6 5 1,0-2-447,0 0 1,1 0 0,4-4-1,5-1-677,2 1 1,4-3 0,4-2-1,4-5-1014,3-4 0,1-2 1941,1-4 0,0-9 0,0-9 0</inkml:trace>
  <inkml:trace contextRef="#ctx0" brushRef="#br1">25242 14417 7881,'-9'-19'0,"-1"-2"997,-1-1 0,3 6 0,0 0-579,1 4 1,4 4 0,8-1 0,6 4-774,7 4 0,4-4 0,7 0 355,0 2 0,12 1 0,4 2 0</inkml:trace>
  <inkml:trace contextRef="#ctx0" brushRef="#br1">25674 14273 7881,'-5'-14'1282,"0"-1"1,2 7 0,6 5-1205,2 6 0,6 5 1,0 8-1,5 2-104,3 1 1,1 5 0,-6-3 0,0 0 62,1-1 0,-3 6 0,-2-4-130,-5 1 0,1 2 1,-1-4-1,-3 0 1,-6 0 88,-5-4 1,-4-1 0,-1-3 0,-1-2 231,1-1 1,0-7 0,-1 2 0,1-5-160,-1-5 0,3-3 0,2-6 1,4-2-218,-1-4 0,6-2 0,-3-7 0,8 1-744,5-1 1,4-6 0,3-4 891,3-2 0,4-9 0,5-1 0</inkml:trace>
  <inkml:trace contextRef="#ctx0" brushRef="#br1">26019 12935 8009,'-23'-43'421,"4"-4"0,10 6 482,4 9 0,5 10 1,5 12-1,6 5-568,6 4 0,7 1 1,10 0-1,4 1-123,4 4 0,6-2 0,1 7 0,1-1-218,-1-1 0,-1 5 0,-4-2 1,-3 5-321,-3 3 0,-2 5 0,-8-1 0,-2 2 41,-7 6 1,-1 7 0,-14 1 0,-2 2 273,-5 2 0,-7 5 1,-9 2-1,-6-1 361,-7 1 0,0 3 0,-5-5 1,3-2 70,7-1 1,-2 0-1,7 1 1,0 2-157,2-2 1,9-6 0,3-3 0,2 0-242,3-1 1,1-5 0,4-1 0,1-6-172,2-3 1,11 0 0,-2-4 58,2 3 1,0-1 0,-2-6-1,1-1 1,-2 1-43,-4 3 0,2 2 0,-6-4 0,-2 2 165,-1 3 0,-2-1 0,-2 6 0,-2 1 204,-6 3 0,-1-1 0,0-2 1,3-1-46,1 2 0,2 1 0,5 0 0,0-1-102,0-2 1,2 0 0,3 5 0,4-1 43,4 1 0,-3 0 0,-2 1 1,-2 4-48,-3 4 1,-1 4 0,-2 3-1,0 1-88,0 2 1,0 6 0,-2-3 0,-1-1-19,-2-7 1,1-1-1,2-10 1,-1-4 23,-2-2 1,-1-10-1,2 0 1,-4-6-256,-4-4 0,-1-1 0,-10-5 0,-1 0-546,-3 0 0,3-8 0,-6-7 0,8-7-1438,6-5 0,4-8 2232,12-4 0,20-9 0,4-3 0</inkml:trace>
  <inkml:trace contextRef="#ctx0" brushRef="#br1">27026 13698 8947,'0'-44'0,"0"4"904,0 7 0,1 3 0,4 14-569,5 3 0,4 8 0,5 0 0,5 4-450,3 1 1,4 6 0,1 4 0,3 2-1795,2 3 0,-7-1 1909,-1 0 0,-1 7 0,-5 2 0</inkml:trace>
  <inkml:trace contextRef="#ctx0" brushRef="#br1">26982 14100 8595,'-12'-14'1767,"2"0"1,-1-1-731,6 1 1,2 6 0,8 3-451,4 4 0,6 1 0,4 0 0,6 0-750,7 0 0,7 0 1,9 0-1,4 0-3556,4 0 3719,8 0 0,8 0 0,8 0 0</inkml:trace>
  <inkml:trace contextRef="#ctx0" brushRef="#br1">29126 13007 7976,'-15'-64'-4,"1"-3"0,-1 11 0,3 8 0,0 13 160,3 9 0,-1 12 1,-4 9 294,0 3 1,-1 2-1,1 2-163,-1 3 0,-4 3 0,-2 8 0,-1 5 153,-4 7 1,-4 16 0,-7 13 0,-6 9-214,21-32 1,-1 2 0,-2 3 0,-1 0 0,0 2 0,0 0 0,-2 2 0,1 0-113,1 3 0,-1-1 0,2-3 0,1-1 0,3 2 0,2 1 0,2-3 0,2 1-45,4-2 1,3 0-1,-2 37 1,13-12-24,7-7-53,6-14 0,26-8 1,6-9-1,7-3-240,8-5 1,2-9-1,6-6 1,-4-2-111,-5-2 0,-1-6 1,0-6-1,-1-5-18,-4-7 0,2-5 0,-6-5 1,-39 25 276</inkml:trace>
  <inkml:trace contextRef="#ctx0" brushRef="#br1">29376 13007 9082,'-70'-27'110,"30"15"8,-1 0 0,-2-2 1,-1 1-1,1 2 0,0 1 1,2 0-1,1 1 120,-31-6 0,11 6 1,8-1-1,8 5 889,4 4-939,14 1 0,12 6 0,20 4 0,10 4 117,8 5 0,3 5 0,4 8 1,1 5 210,1 5 1,1-3 0,-6 11-1,1-2-197,0 0 1,-5 8-1,0 1 1,1 9-251,3 4 1,-16-31 0,0 1-1,0 0 1,0 1 0,0 1-1,1 1-135,0 1 1,1-2 0,15 33-1,0-6 1,-15-39-320</inkml:trace>
  <inkml:trace contextRef="#ctx0" brushRef="#br1">30230 13007 9739,'1'-11'271,"1"-23"712,-4 13 0,-1 18-439,-2 6 0,-6 12 0,2 10 0,-2 1-232</inkml:trace>
  <inkml:trace contextRef="#ctx0" brushRef="#br1">30593 12431 7976,'-29'-28'507,"11"-1"381,4 0 0,11 13 0,3 10 1,9 12-240,9 13 0,4 7 1,7 3-1,0-1-102,0 1 0,-2-5 1,-2 0-1,-2 2-200,-3 1 1,4 2-1,-4-1 1,-3 1-192,-1 0 0,-6 0 0,-1 0 0,1-2-160,-2-3 1,3 1 0,-4-6 0,0 1-5,5 0 1,2-8 0,4 0-1,2-4 94,3-4 0,-2-4 0,6-5 1,5-5-24,3-3 1,8-12 0,7-5 0,2-6-172,7-4 1,1-8 0,-27 22-1,1 0 1,1-2 0,0 0-366,2-1 0,1 0 0,5-3 0,2-1 0,4-2 0,1-1 0,1-1 0,0 1-254,-1 0 0,-1 1 0,-4 3 1,-2 0-1,-5 6 0,-2 0 1,28-21-2036,-11 7 2762,-20 12 0,-3 4 0,-15 9 0,-7 7 0</inkml:trace>
  <inkml:trace contextRef="#ctx0" brushRef="#br1">28020 6388 12734,'19'8'-352,"6"-3"0,7-5-102,7-5 1,-16-3 193</inkml:trace>
  <inkml:trace contextRef="#ctx0" brushRef="#br1">28135 6388 14453,'0'13'-213,"6"-3"-50,10-5 58,11-4 0,4-14 1,1-3 31</inkml:trace>
  <inkml:trace contextRef="#ctx0" brushRef="#br1">28335 5583 8049,'6'-21'-72,"-3"3"0,7-4 0,1-1-187,2 1 0,-1 5 1,0-3-1,-3 6 626,2 4 0,1 2 174,-3 4 0,-2 4 246,-7 0 1,-2 0-398,-3 4 1,2-2 0,-7-2-41,-1 0 1,-2 0 0,-1 0-75,0 0 1,-1 0-1,-1 0 1,-3 0 121,-5 0 1,-3 8 0,-3 8 0,-4 13-142,-4 12 1,-10 15 0,21-21 0,-1 1 0,-1 2 0,-1 2-168,-1 2 0,0 2 1,-1 4-1,2 2 1,1-1-1,2 1 1,0 2-1,3 0-11,1 0 1,2 0 0,5-5 0,4-2 0,-3 34 0,14-20-82,13-17 0,20-19 1,29-8-1,16-10-187,-31-6 1,2-2 0,2 0-1,1-3 1,4-3 0,0-3 0,1-1-1,0-3-299,0-1 1,1-2 0,8-2-1,0 0 1,0-1 0,-1-1-1,-2 0 1,-2 0-673,-4-1 1,-2 0-1,-5 0 1,-2 0 1159,-8 2 0,-1 1 0,32-16 0,-13 2 0</inkml:trace>
  <inkml:trace contextRef="#ctx0" brushRef="#br1">29255 9007 7969,'-8'-29'271,"2"5"0,6 2 0,0 1-40,0 4 1,0-4-1,1 2 1,4 1 232,5 2 0,2 2 1,3-1 362,-1 1 0,-4 6-374,-1 3 0,-7 3 1,-4 4-1,-10 4-15,-11 9 0,-9 6 0,-5 7 0,-2 3-123,-6 2 1,-2 4 0,4 6-1,2 2-22,2 3 1,1 5-1,9 9 1,8 5-134,9 4 1,7 5 0,11 1 0,10-5-328,11-8 1,17-10 0,16-15-1,15-9-512,-31-18 1,2-3 0,7-1 0,3-3-1,2-7 1,2-3 0,4-3 0,1-3 678,8-6 0,0-4 0,0-3 0,1-2 0,-20 6 0,0-1 0,1 0 0</inkml:trace>
  <inkml:trace contextRef="#ctx0" brushRef="#br1">30118 12964 8834,'5'-15'485,"0"1"1,4 0-1,-2-1 1,-1 1-102,0-1 0,4 1 1,-5-2-1,-2-2 4,-1-1 0,-2 0 1,-2 5-1,-3-1 63,-4 1 0,-7 6 0,-8 3 1,-10 5-82,-6 5 0,-14 17 0,-5 17 0,27-14 0,1 2-160,-1 5 1,0 2 0,2 4 0,1 2 0,3 6 0,3 1-1,2 0 1,2 0-110,1 2 1,4 0-1,3 0 1,4-1-1,6 1 1,5-2-1,4-1 1,4-2-285,4-2 1,4-1 0,6-2 0,4-4 0,5-5 0,2-4 0,3-5 0,2-4-404,2-3 0,1-4 0,1-5 0,1-2 0,3-3 1,1-2-1,0-3 0,1-4 586,4-4 0,0-1 0,4-3 0,0 0 0,2-2 0,1 0 0,2 1 0,1 1 0</inkml:trace>
  <inkml:trace contextRef="#ctx0" brushRef="#br1">28982 13093 8005,'-8'-35'73,"0"6"1,3-1-1,-3 6 189,0 3 0,-3 2 0,4 6-98,-1 4 1,-1-4 0,-6 5 0,1-2 0,0 2 17,-1 2 1,-4-4-1,-2 5 1,-3 2 55,-6 2 0,0 7 1,-9 7-1,-2 9 82,-6 12 0,-4 12 0,-5 7 0,5 4-71,8 6 0,1-2 0,11 4 0,2 1-88,3-1 1,10 2-1,2 5 1,7 0-37,6 0 0,2 0 0,6-2 0,7-4-77,9-8 1,5-7 0,6-10 0,7-2-45,11-6 0,2-6 0,15-6 0,3-8-271,3-5 0,3-3 1,-5-5-1,-2-3-94,-10-7 0,-2-6 0,-7-14 0,6-4 66,4-4 1,-7-1 0,1-2 0,-5-6 98,-5-2 0,-8-6 0,-4-7 0,-5-7 53,-5-6 1,-4 0 0,-12 35 0,-3-1 0,1-1 0,-2 0 43,-1 0 1,-1 0 0,-1-38 0,-2 3 0,-3 4 107,0 1 1,-9 6 0,0 5 0,-6 10 146,-3 13 0,-4 4 1,-8 17-1,-4 2 111,-4 4 0,-5 8 0,-3-2 1,-1 3-52,-3 2 0,-2 7 1,0 1-1,4 1-34,9 1 1,7 0-1,8 4 1,3-1-29,1-4 0,13 4-309,1-3 32,7-4 1,5 1 0,1-6 233,1 4 0,6-2 1,-5 8-1,0 5 162,1 7 0,-3 5 1,7 6-1,1 6 110,2 6 1,3 6-1,1 8 1,6 9-156,-10-29 1,1 2 0,-1 4 0,-1 2-1,6 6 1,0 2 0,-1 4 0,-1 2 51,1 3 0,0 1 0,1 1 0,-1 0 0,-1 3 0,0-1 0,1 0 0,1-2-223,0-3 0,1-2 0,-3-8 1,1-2-1,2-7 0,2-2 1,0-7-1,1-2-323,25 20 1,6-15 0,-2-12 0,5-11-1152,8-10 0,-21-5 1,3-2 1416,6 0 0,2-2 0,5-1 0,1-2 0,7-3 0,1-1 0,0-1 0,1-1 0</inkml:trace>
  <inkml:trace contextRef="#ctx0" brushRef="#br1">30693 12489 7981,'0'-14'62,"0"-6"1,0 0 0,0-1 312,0 0 1,2 2-1,1 4 1792,2 1-1650,6 6 1,-9 10-1,3 12 0,-2 8-51,1 6 0,-2 7 0,4 3 0,1 5-350,2 5 0,4-5 0,2 2 1,1-5-153,3 0 0,-2-3 0,6 0 0,-1-4-75,0-6 1,2 1 0,4-9 0,-3-3-145,-1-5 1,-6 0 0,1-6 491,-3-2 1,-7-3-1,1-5 154,1-4 1,2-4 0,3-3 0,5-3-247,8-5 0,12-10 0,13-6 0,9-8-250,-28 20 1,2-1 0,9-7 0,4-2-1,8-6 1,3-3 0,-14 13 0,0-2-1,2 1-398,2-4 0,2 0 0,1 0 1,4-2-1,1-1 0,1 0 220,5-2 0,0-1 1,2 0-1,-16 9 0,1 0 1,1 0-1,0 0 1,5-2-1,-1 0 0,1 0 1,-1 0-1</inkml:trace>
  <inkml:trace contextRef="#ctx0" brushRef="#br1">7982 16863 8042,'-4'-21'-140,"-1"-3"0,-2 2 0,4-1 0,-3 3 72,-2 2 0,3 2 523,-5 2 1,2-1 0,-3 3-200,2 2 0,5 2 0,-2 5-8,0-2 1,-2-5-1,-7 6-65,1 0 0,0-2 0,-2 1 0,-4 2 24,-4 1 1,-8 9-1,-3 2 1,0 6 64,0 4 1,-5 3 0,3 9 177,1 2-323,7 4 0,3 11 1,7 3-1,3 4 22,5 4 1,6 3-1,10-1 1,6 3-57,7 1 0,6 1 0,8-1 0,3-7-232,1-9 1,8-12 0,5-8 0,2-10-62,4-8 1,1-4 0,-1-9-1,0-4-7,-2-9 1,-7-12 0,0-11-1,-6-5 50,-6-5 1,-4-8 0,-1-10 0,0-3 20,-1-4 1,0-2 0,-3 1-1,-2-4 59,-13 35 1,0 0-1,2-5 1,-1 0 0,-3-2-1,0 1 1,-2 3 0,0 2-6,7-36 1,-6 8-1,-3 5 1,-2 8 390,-2 9 0,-6 10 1,-4 18-1,-3 8 152,-1 7 0,0 6 0,-1 1 0,1 3 24,-1 6 0,3 3 1,0 13-242,3 6 1,1-1-1,-3 8 1,3 4 0,1 4-103,4 7 1,1 3 0,2 1 0,0 1-224,0 0 0,7-1 0,4 1 0,7-1-111,6 1 1,4-9 0,6-6-1,4-7-88,4-6 0,6-8 0,0-4 0,-2-7-94,-1-6 1,-4-5 0,-1-3 0,-3-4-156,-2-1 0,4-1 1,-6-7-1,-1-2 35,-2-1 1,4-7-1,-2 1 1,-3-5 329,-4-4 1,-7-4-1,1 2 1,-5 0 306,-4-4 1,-4 5 0,-6 3-1,-1 6 543,-4 7 0,-5 4 0,-9 6 0,-5 6-138,-3 6 1,-2 11-1,1 12 1,-1 6-141,0 6 1,5 4-1,2 2 1,1 3-279,3 1 1,2 5-1,4-4 1,2 1-213,5-1 1,4-2-1,2-7 1,4-5-254,5-5 1,9-4-1,5-14 1,3-2 99,2-5 0,-1-5 0,1-7 0,0-7 64,0-8 0,0-12 0,-1-4 0,1-4-39,0-1 0,-2-2 0,-3-1 0,-5-2 233,-3 2 0,-3-2 0,-4 6 0,-4 10 712,-3 10 1,-4 12-447,-3 5 0,2 15 0,-5 6 0,2 5 12,3 4 1,1 2 0,2 2 0,0 0-131,0 0 1,2-1-1,3 1 1,4-2-338,4-3 1,1 2 0,1-7 0,-1-3-10,0-5 1,7 1-1,2-8 1,1 0-79,0-3 1,-1-9 0,8-5-1,1-6 21,1-3 1,1-1-1,-5-4 1,-1 0 17,1-3 1,-2-7 0,-3 2 0,-6-2 241,-7-3 0,-4 5 0,-7 0 0,-2 3 543,-3 3 1,-8 10 0,-7 14-1,-4 5-93,-7 5 0,2 9 1,-4 10-1,4 5-236,5 4 1,3-2-1,9 4 1,2-3-365,5-3 1,4 1 0,2-9 0,4 0-234,5-1 0,10 0 0,8-6 1,5 0-8,4 1 0,1-6 1,4 1-1,-4 1 290,-4 2 1,-6-3 0,-4-1 0,-6 4 201,-7 5 0,-4-1 1,-7 7-1,-2 2 21,-3 1 1,-8 2-1,-7-1 1,-3 0-45,-2-4 0,4 1 0,2-6 0,3-3-21,1-4 1,6-6-97,-1-6 1,9-13 0,2-6-1,12-8-196,9-7 0,7-4 0,5-9 0,4-2 18,4-2 1,1-7 0,0-4 0,0 1-67,0 2 0,0 0 0,-1-2 0,-4 0 274,-4 5 1,-7 8 0,-6 15 367,-7 9 1,-11 13 0,-4 9 0,-12 10-41,-9 11 1,-6 7 0,0 4 0,-1 2-338,0 2 0,2 6 0,3-4 0,5 3-209,3-1 1,1-6 0,3 0 0,2-5-235,5-3 0,10-8 0,6 0 0,7-6 210,6-4 1,5-1 0,3-5 0,1 0 243,-1 0 0,3 0 0,-1 0 0,-4 2 213,-4 2 1,-1 4-1,-6 8 1,-3 2-86,-4 1 1,-6 2 0,-6-2 0,0 4-135,0-1 1,-6 3 0,-4-5 0,-3-3-31,-1-1 1,-1-1 0,1-3-17,0-2 1,1-5 0,3-10-63,6-5 1,2-4 0,2-5-1,3-5-122,7-3 0,1-2 0,13-1 1,1-2 209,3-2 1,2 0 0,2 7 0,1 2 192,-1 1 1,4 8 0,-4 0 0,-4 6 177,-2 4 0,-7 7 0,3 11 0,-1 5-124,-3 7 0,-4 5 1,-3 4-1,-3 6-967,-1 2 0,2 3 0,-4-1 0,-2 0-710,-1 0 1,-2-6 1433,0-4 0,0 4 0,0 0 0</inkml:trace>
  <inkml:trace contextRef="#ctx0" brushRef="#br1">10715 16762 8003,'0'-67'0,"0"3"0,0 11 1407,0 17 1,-6 18 0,-2 15-1189,0 6 1,1 10-1,7 9 1,0 5-2512,0 9 2292,7 10 0,1-1 0,6 4 0</inkml:trace>
  <inkml:trace contextRef="#ctx0" brushRef="#br1">11362 16733 7997,'-19'-51'409,"0"3"0,0 12 1,3 8-1,-2 12 315,-1 10 1,-2 12 0,4 9 0,-4 9-345,-1 8 1,2 11-1,-2 11 1,1 5-242,4 4 0,6 4 1,3-3-1,1 0-339,4 0 0,3-2 0,6-4 0,10-2-49,12-4 0,7-5 0,8-14 1,2-9-6,3-6 1,4-10 0,12-3 0,6-5 93,6-5 0,-36-2 0,1-2 0,36-18 0,-39 10 0,-1-1 12,0-3 1,-1 0-1,28-19 1,-6-10-1,-10 3 113,-8-1 0,-7 0 1,-7 4-1,-5 3 280,-5 2 0,-7 11 0,-14 10 0,-6 7 92,-6 6 1,-7 4 0,-8 4-1,-2 5 73,2 6 0,2 10 0,0 2 0,-1 4-282,2 4 1,-1-1 0,11-2 0,1 1-301,2 1 0,4 1 0,2-7 0,5-2-106,4-1 0,2-6 1,4 0-1,6-6 40,7-2 0,-1-7 1,6 2-1,-3-5 139,-2-5 1,3-4-1,-2-11 1,-1-4 138,-2-3 0,-2-2 0,-1 1 0,-2-1 155,-2 0 1,-1 0 0,2 2 0,-5 3 1284,-4 5-1186,-1 3 1,0 10 0,0 6 0,2 8-3,3 4 0,-2 8 1,7 0-1,1 3-222,2 2 0,1-2 0,0-1 0,2-1-242,4-4 1,-3-2-1,7-6 1,0-4-167,-2-3 1,6-2 0,-4 0-1,3-3 41,1-7 0,-4-1 1,0-15-1,0-2 89,-1-4 1,-2-8 0,-7 1 0,0-4 101,1-5 1,-1-8-1,-1-9 1,-4-6 2,-4-7 0,-2 0 0,1-2 0,0 3 352,0 7 0,-4 12 1,-5 16-1,-3 12 469,0 9 0,-7 12 0,3 5 0,-6 9-11,1 10 1,-4 10-1,0 12 1,0 3 27,0 5 0,4 8 1,7-1-1,5 7-246,4 9 1,2-6 0,4 8 0,8-4-280,9-5 0,9-4-609,12-4 0,13-5-280,6-10 0,15-11 0,-35-18 0,2-3 1,4-2-1,0-2 679,4 0 0,0-2 0,-1-3 0,0-1 0,3 0 0,-1 0 0</inkml:trace>
  <inkml:trace contextRef="#ctx0" brushRef="#br1">14196 16647 8200,'-14'-59'408,"-1"-3"1,7 9-118,3 0 0,4 15 252,1 9 0,0 15-138,0 14 0,0 8 1,0 11-1,1 8-146,4 10 0,-3 4 0,3 17 0,-7 7-60,-8 9 1,6-34 0,-1 1 0,-5 4-1,-1 0 1,1 0 0,1 0-186,0-3 0,-1 0 0,-3-1 1,0-2-1,-9 32 0,-2-4-259,0-5 0,6-16 158,-1-7 0,9-23 0,6-16 1,2-16 16,2-10 1,0-9-1,2-3 1,2-6-89,6-3 1,-2-6 0,2-8 0,2-3 107,6-1 1,0-9 0,-7 33-1,1 0 1,1 0 0,0-1 112,0 1 0,1 1 0,13-32 1,-1 13-1,-4 9 242,-1 12 0,-2 20 1,-4 15-1,-1 16-34,0 14 0,1 15 0,-1 12 0,1 7-166,-1 6 0,0 3 1,1 2-1,-1 2-746,0 2 1,1-9 0,-1 1 0,1-9-504,-1-6 1,-1 1 0,-2-6 0,-3-3 1143,-2-5 0,6-5 0,-4-6 0</inkml:trace>
  <inkml:trace contextRef="#ctx0" brushRef="#br1">14167 17295 7989,'-43'-28'494,"8"4"0,6-9 0,8 4 311,5 5 1,10 10 0,6 9-443,8 3 1,19 1-1,11-4 1,12-5-263,6-2 0,6-3 0,1-1 0,-3-1-276,-1-3 1,5-5 0,3-1 0,5-4-38,-33 14 1,-1-2 0,-1-2 0,0-1-1,1 0 1,-1-1 0,-2-4 0,-2-1-49,0-3 0,-3-1 1,15-30-1,-12-4 1,-12 1 82,-10 3 0,-5 0 1,-6 2-1,-1 2 365,-4 5 1,-5 6-1,-9 6 1,-5 7 449,-3 9 0,-2 12 0,1 9 0,-1 6-64,0 7 0,0 9 1,1 7-1,0 7-115,4 11 0,4 0 0,5 11 0,2 4-144,4 6 0,2 1 1,7 3-1,2 3-276,3 3 1,4 1 0,12-5 0,6-4-409,5-5 0,10-9 0,-1-7 1,7-7-396,4-10 0,0-9 1,7-10-1,5-8 351,8-10 0,7-8 0,-37 2 1,0-1-1,-1 0 0,0-1 204,-2 0 0,-2-1 0,24-20 0,-10-6 0,-9-2 260,-9-3 1,-10 8-1,-9-1 1,-7 5 489,-6 9 1,-2 5 0,-6 7 0,-6 3 361,-4 2 1,-9 5-1,4 10 1,-4 5-636,-2 2 0,7 4 0,-6 2 0,3 3-418,1 1 1,6-4 0,-2 1 0,3-3-107,1-2 1,7 1 0,3-1-386,4 1 1,2-1 0,4 0 523,5 1 0,7-1 0,4 0 0,1 1 285,4-1 1,-4 1-1,2 1 1,2 1 126,1 2 1,-3 5-1,-2-3 1,1 3-43,-1 7 1,-4-1 0,1 8 0,-3 2-211,-2 2 0,1 6 0,-2-2 0,-4-3-77,-4-3 1,-5-3 0,-5 1 0,-6-6-37,-7-6 0,-9 1 1,-8-4-1,-2-1 47,-3-3 0,4-3 0,-3-3 0,-1-4 59,-1-4 0,4-3 0,3-5 0,4-5-67,1-7 1,8-10 0,7-4 0,8-9-185,4-9 0,15-4 0,8-8 1,11-5-56,-11 28 0,1 0 0,-1 0 1,1 0-1,2-3 0,1 1 0,0 2 1,0 2 149,1 2 0,1 2 0,25-30 0,3 17 1,-1 10 538,-4 10 1,-6 12 0,-5 18 0,-7 7-63,-7 8 0,-4 5 1,-8 4-1,-2 1 198,-1 1 0,-6 6 0,4-6 0,-1-1-476,-4-1 0,0-3 1,0 1-1,4 0-360,1 0 0,-3-7 0,3-3 0,0-4-348,0-6 0,1 3 1,6-8-1,1 0 98,3-3 1,-3-9-1,3-6 1,-3-9 206,-2-4 1,-1-2 0,-2-1 0,-3-4 114,-1-4 1,-1 1 0,-3 1 0,2 0 281,-2 4 1,-3 2 0,-5 3 0,-4 1 229,-4 2 1,-1 8-1,-2 0 1,-2 7 301,-1 2 0,4-2 0,6 4 1000,-2 2-1412,4 1 1,7 2 0,10 2-1,4 1-232,5 2 1,-1 6-1,6-3 1,2 2-172,1-1 0,2 1 0,1 4 0,2 0-3,1 1 0,6-1 1,-6 2-1,-1 2 171,-1 1 0,-3 2 0,1-2 0,-3 3 140,-7 1 1,-1 4 0,-14-5-1,-1 2-35,-1 0 1,-5-1 0,-5 1 0,-8-7 25,-5-6 0,2 1 0,-5-8 1,0 0-64,2-3 1,1-4 0,6-5 0,1-8-66,0-5 1,6 2 0,3-5 0,3-2-61,2-1 0,2-1 0,3-1 0,6 0-76,7 0 0,4 0 0,7 1 0,1-1 219,4 0 1,-4 8 0,3 5 0,-1 7-82,2 2 1,-4 3 0,2 4 0,-6 1-503,-7 4 1,0 8 0,-3 6 0,-5 0 24,-3 2 1,-3-4 0,-5 6 0,0-1-603,0 1 1,-5-4 1115,1 5 0,-14-7 0,2 4 0</inkml:trace>
  <inkml:trace contextRef="#ctx0" brushRef="#br1">16842 16863 7992,'-1'-58'0,"-2"2"612,-2 4 0,0 10 1,5 13-415,0 9 1,0 12 0,0 8 0,2 9-199,2 9 0,4 4 0,7 7 0</inkml:trace>
  <inkml:trace contextRef="#ctx0" brushRef="#br1">17159 16647 7944,'-5'-41'0,"-1"5"510,-2 12 1,4 18 0,0 20 0,2 10-56,2 8 1,0 0 0,2 7 0,2 2-354,6 6 1,-2-1 0,2 5 0,-1-1-471,-1-4 0,3-3 0,-4-3 0,-1-1-178,1 1 0,-1-5 0,-3-2 0,2-4 546,-2-5 0,5-3 0,0-7 0</inkml:trace>
  <inkml:trace contextRef="#ctx0" brushRef="#br1">17432 16719 7944,'-14'-37'0,"1"4"0,3 9 0,-2 9 861,2 11 1,2 4-1,0 4 1,2 6-263,2 3 1,3 3 0,1 1 0,1 4-361,4 2 0,-2 0 0,5 6 0,0 0-218,0 0 1,-4 1 0,2 2 0,-1 2 23,0-2 0,4-2 0,-4-3 0,0-1-262,1-2 1,-4-2 0,4 2 74,0-5 1,-4-7 0,4-4 266,1-2 0,-1-3 0,5-8 0,-1-6-17,1-6 0,-3 1 0,2-5 1,1 2-76,2-1 1,1 1 0,1 5-1,-1-1-66,0 1 0,2 5 1,2 1-1,3 1-224,1 4 0,2 1 0,5 6 1,0 4-180,-1 6 0,1 5 0,-2 0 0,-3 5-206,-5 3 1,-9 7 0,-5 1 0,-4 2-185,-1 3 0,-12-5 1,-9-1 825,-10-4 0,-5-8 0,-7-1 0</inkml:trace>
  <inkml:trace contextRef="#ctx0" brushRef="#br1">17303 17021 7944,'0'-57'208,"0"-1"1,0 9 0,0 7 0,3 10 1123,6 6 1,9 7 0,17-3 0,7 0-1473,4-1 1,8 6-1,1-1 1,7 5 139,10 4 0,-30 1 0,1 0 0,4-4 0,0 1 0</inkml:trace>
  <inkml:trace contextRef="#ctx0" brushRef="#br1">19158 16748 8245,'0'-34'0,"0"1"685,0 1 1,2 3-1,1 5 1,3 6-27,2 7 0,-3 13 0,5 14 0,1 13-141,2 12 0,-4 9 1,1 7-1,1 2-493,2 4 0,1-2 0,2 6 1,2 0-882,1-2 1,0-1-1,-5-6 1,-1-1-1326,-3 1 0,1-8 2181,-6-7 0,0-13 0,-5-9 0</inkml:trace>
  <inkml:trace contextRef="#ctx0" brushRef="#br1">18870 17208 8437,'-19'-30'0,"0"0"714,1 1 0,9 3 0,6 13 110,6 4 1,8 2 0,13 7-1,13 0-823,12 0 1,18-4 0,-23 0-1,2 1 1,4 0 0,1 0-618,2 0 1,2-1 0,4 1 0,-1 0 169,-3 1 0,0-1 0,8 0 0,1-2 0,1-2 0,1 0 1</inkml:trace>
  <inkml:trace contextRef="#ctx0" brushRef="#br1">21531 16662 7988,'21'-44'176,"-5"1"0,2 0 0,-6 1 560,-2 4 0,-7 5 0,2 9 0,-5 6-83,-5 7 0,-3 4 0,-8 7 0,-3 0-292,-5 0 1,-5 8 0,-3 7 0,-3 7-17,-2 5 1,-6 9 0,-6 2 0,-2 5-135,-4 5 0,-1 5 0,27-23 0,-1 2 0,0 1 0,-1 1-41,0 1 0,0 1 0,3-1 0,2 2 0,3-2 0,3 1 0,-14 36-154,9 0 1,5-1 0,14-4 0,12-6-237,17-7 0,13-6 0,17-8 0,11-5-213,10-5 0,-35-16 0,2-2 0,1-5 0,2-1 0,-1 0 0,0-1-482,0 0 0,0 0 1,6-3-1,0-1 1,2 1-1,0-1 590,2-1 1,1-3 0,4-6 0,1-3 0,2-3-1,1 0 1</inkml:trace>
  <inkml:trace contextRef="#ctx0" brushRef="#br1">22855 16575 7988,'-24'-48'187,"1"0"0,1 2-32,-1 1 0,6 8 0,-4 5 0,2 7 473,0 6 0,4 4 0,6 6 0,-2 4-1,-2 3 0,-6 17 0,-2 9 0,-3 14-26,-7 13 1,1 16 0,11-24 0,0 2 0,-1 4 0,0 1-277,-1 4 0,0 1 0,2 2 0,2 0 0,0 0 0,2 1 0,2-3 1,3 0-267,3-4 0,5-1 1,7-4-1,7-4 0,38 20 1,-15-35-1,5-3-238,6-1 0,4-4 0,9-4 1,5-3-1,6-3 0,4-4 1,5-1-1,3-3-1207,-25-1 1,1-1-1,1-1 1386,3-2 0,0-1 0,1 0 0,3-1 0,1 0 0,0 0 0,1-2 0</inkml:trace>
  <inkml:trace contextRef="#ctx0" brushRef="#br1">25242 16921 7988,'-13'-10'0,"2"0"194,2-1 1,4 3 526,-5-1 0,7 4-410,-2-5 0,5 7 0,5-2 0,6 4 23,7 1 1,11-5-1,9-2 1,5-1-196,5-3 0,-2 3 1,7 0-1,1 2-421,2 3 0,-3 1 1,-2 2-1,-1 0-1634,-4 0 1916,-1 6 0,-8 2 0,-2 7 0</inkml:trace>
  <inkml:trace contextRef="#ctx0" brushRef="#br1">25271 17237 8157,'-14'-21'326,"1"-1"0,3-5 0,5 3 198,4 5 1,9 9-1,6 4 1,12 1-721,10 0 0,16-5 1,15 4-1,5-2-116,4-3 1,3-2-1,-37 6 1,0 0-1,0-1 1,-1 1 311,1 0 0,0 0 0,-1-3 0,-1-1 0,32-11 0</inkml:trace>
  <inkml:trace contextRef="#ctx0" brushRef="#br1">25717 16489 8069,'-43'-16'359,"-1"-3"1,8 3 0,4-2 667,6 7 0,13 6 1,17 8-645,13 2 0,12 6 1,16-1-1,3 1-255,4-1 1,4 3-1,3-2 1,4 5-123,4 3 0,-2 6 0,1-1 0,-2 5-44,-3 5 0,-12 11 0,-12 12 0,-20 9-248,-18 4 1,-14-30 0,-8 0 0,-11 4 0,-6 0-1,-9 6 1,-4 1-1461,12-14 0,-1 1 0,0 0 1746,-1 0 0,0 0 0,0 1 0,-5 4 0,-1 0 0,0 1 0,0-1 0,0 0 0</inkml:trace>
  <inkml:trace contextRef="#ctx0" brushRef="#br1">28378 16374 8095,'8'-39'0,"-4"3"142,-2 0 0,-2 5 1,0 7 295,0 4 1,-6 11-1,-6 4-85,-5 3 0,1 7 0,-5 2 0,0-1 62,-3 0 1,-9 6 0,-7-4 0,-6 3 19,-7 3 1,-5-3 0,-2 10 0,-6 0 48,-4 3 1,9 9 0,-1 6 0,10 2-22,8 3 1,7 7-1,5 6 1,6 9-219,7 4 0,11 2 0,10-2 0,12-1-513,13-2 0,13-11 1,12-1-1,5-7-367,12-7 1,-28-23 0,2-1 0,6 1 0,2-1 0,0-1 0,1-1-485,0-3 1,0-2 0,0-3-1,0-3 1119,1-1 0,0-1 0,-1 0 0,1-1 0,1-1 0,1-1 0,-2-2 0,-1-1 0,1 0 0</inkml:trace>
  <inkml:trace contextRef="#ctx0" brushRef="#br1">29773 16403 8069,'1'-42'399,"4"4"1,-3-2 0,3 6 0,-4 2 249,-1 2 1,-6 9 0,-4 7 0,-3 7-224,-1 6 1,-2 1 0,-3 0 0,-5 0-125,-3 0 0,-4 11 0,-2 3 0,-7 4 96,-6 3 0,-7 6 0,-10 9 0,-5 4-139,30-18 0,1 1 0,0 3 0,0 1 0,-1 0 0,1 0 0,2 3 0,3 1-20,2 2 1,2 1 0,2 3 0,3 1 0,3 1 0,3 1 0,2-1 0,1 2 3,3 0 1,2 1-1,1 30 1,9-7 0,12-9-351,9-8 1,13-9-1,9-6 1,10-4-552,11-5 1,11-10 0,-31-10 0,2-3 0,3 0-1,1 0-163,3-1 1,1 0-1,-4-1 1,0 0 0,0-1-1,0-2 1,0-3-1,0-1 509,1-2 1,0-2 0,4-4 0,0-2-1,-1 0 1,-1 0 0</inkml:trace>
  <inkml:trace contextRef="#ctx0" brushRef="#br1">30665 16259 8069,'-8'-19'214,"3"-1"0,3 3 813,2 1 0,0 6 1,0 4-609,0 4 1,0 12 0,0 14-1,0 3 192,0 2 0,0 4 0,0 2 0,0 2 168,0 3 0,0-3 0,0 0 1,-1-1-297,-4 1 1,3-5 0,-3 0 0,4-5-79,1-3 0,0-6-17,0 1-431,0-9 1,0-5 0,1-10 0,4-6-373,5-7 0,4 0 0,7-7 0,8-4 208,7-3 0,9-10 1,8-1-1,-21 18 1,1-1 80,6-2 0,1 0 1,6-4-1,2-1 1,8-4-1,2-2 1,4-4-1,3-3-354,-16 12 1,0-1-1,2 0 1,3-1-1,1 1 1,2 1 0,6-2-1,1 1 1,1 2 479,0-1 0,0 2 0,2 0 0,1 0 0,1 2 0,1-1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8586 5539 7864,'2'-19'20,"1"-2"1,4 1 332,1-1 0,-5-3 235,2 5 1,-4 4-197,-1 6 1,-1 6 0,-3-1-140,0 8 1,-3 5 0,4 10 0,-3 7 80,-2 6 0,0 11 1,-5 10-1,2 4-200,0 6 0,-10 7 0,6 10 0,7-38 0,0 1-139,0 3 0,0 0 0,1 5 0,0 1 0,0 0 1,0 1-1,-1-1 0,1 0-128,0 0 0,0-1 0,0-5 0,0 0 0,0-1 0,1-2 0,-4 37-166,5-6 0,4-18 0,1-18-95,0-6 468,0-16 1,0-10-1,0-17 1,0-6 31,0-7 1,0-7 0,0-7 0,-2-12-49,-3-9 1,4-6 0,-4-7 0,3-2-68,2-3 0,0 1 0,0 33 0,0-1 0,1-2 0,0 0-5,1-3 0,1 0 0,3-1 0,2 1 0,3 1 0,2 0 0,0 3 0,1 0 4,0 4 0,1-1 0,-1 2 0,1 0 1,14-27-1,-1 15 297,1 13 1,-7 14 0,-2 15 0,-4 8 93,-2 10 1,-3 8 0,2 15 0,5 4 72,2 8 1,0 11 0,3 9 0,3-1-137,1 2 1,4-3 0,1 8-1,1 3-313,-17-35 1,0 1 0,-1 0 0,0 0 0,14 34 0,0 0-509,0 0 0,0 0 0,-2-2 0,-3-2-379,-5-6 0,-3-8 0,-2-3 0,-1-1-451,-3-4 1,-4-14-1,-8-9-1009,-2-10 2342,-11-7 0,-14-12 0,-7-2 0</inkml:trace>
  <inkml:trace contextRef="#ctx0" brushRef="#br0">8687 6575 7864,'-21'-22'584,"4"1"1,-6 7-1,3-1 1885,2 1-2135,8 6 0,6 2 0,10 6 1,8-2-1,9-3-105,4-4 1,8-6 0,5-4 0,6-5-218,7-3 0,5-7 1,4-1-1,7-3-228,-32 16 1,1-1 0,0-4 0,1-2 0,0-4-1,0-1 1,-4-1 0,-1 0-96,-3-1 1,-2 0-1,0 0 1,-3 0-1,-5-1 1,-1 0-1,0 1 1,-1-1-5,14-35 0,-10-2 1,-7 12-1,-7 1 270,-2 2 0,-6 9 1,-9 9-1,-8 10 552,-5 11 1,-3 10 0,-4 5 0,-1 4 198,0 1 1,5 1 0,2 6 0,1 5-1,3 6 1,2 9 0,2 4 0,1 10-297,4 10 1,-3 12 0,8 5 0,0 9-253,3-34 1,1 1 0,0-3-1,0 1 1,0 3 0,0 1 0,0 1-1,1 0-141,1 2 1,1 0 0,3 1 0,1 0 0,3 0 0,1-1-357,-1 0 1,2-2 0,2-5 0,3-4 0,21 28 0,5-10 0,5-11-504,5-10 0,9-10 0,5-15 0,2-8 275,-2-10 1,2-15-1,-9-15 1,-4-4 287,-6-1 1,-5-8-1,-2-5 1,0-6 124,0-4 1,-1 0 0,-4-1 0,-6 5 529,-6 3 1,-7 8 0,-10 4 357,-4 7 0,-16 13 1,-8 13-1,-7 7-34,-3 6 1,1 9 0,-1 6-1,-1 9-346,-4 4 0,4 8 0,-4 3 1,4 4-410,1 1 0,7 0 1,2 0-1,4 2-192,2 3 1,6-8-1,3 2 1,5-4-217,5-1 1,5-10 0,9 0 145,5-5 1,5-9 0,3-8-1,3-3 1,0-4 34,0-3 0,-1-4 0,-6-9 0,1-3 247,0-1 0,-2 0 1,-3-2-1,-6 4 635,-7 4 0,2 4 6,-4 2 0,-1 12 1,2 12-1,-1 10-2,-1 8 1,5 11 0,-3 10-1,2 4-442,3 6 1,4 4 0,0 8 0,-1 2-106,-2-2 0,-2-2 0,-1-2 0,-4-2-246,-4-2 1,-3 5 0,-4 4 0,-3-2-239,-4-5 0,-4-5 0,-3-8 1,-3-4 201,-5-4 0,-8-16 0,-3-8 0,0-8 169,0-6 0,-5-7 0,3-11 0,0-10-30,4-7 1,7-7 0,4-15 0,1-7-83,3-13 0,10-11 0,7 33 0,2-1 1,3-2-1,2 0-88,2-2 0,1 0 1,5-4-1,1 0 1,4-2-1,2 0 0,2-2 1,2 1-39,3-1 0,2 2 1,-2 4-1,1 0 1,2 2-1,0 1 1,-2 5-1,0 2 286,-2 4 1,-1 2 0,15-13 0,-12 20 0,-8 18 156,-5 12 0,-8 7 1,-3 8-1,-4 4 391,-1 4 0,0 4 1,0 6-1,0 6 112,0 6 1,0 1 0,2 5 0,1 3-484,2 1 0,6-4 1,-3 0-1,3-3-308,4-2 0,-3-9 0,12-5 1,2-4-178,1-5 1,2-9 0,1-11-1,2-2 59,2-2 1,1-11 0,-5-5 0,1-7-160,-4-7 0,-8-5 0,-2-8 1,-5-2 176,-8-3 0,-2-2 1,-4-4 289,-2 1 0,-6 7 0,-9-2 0,-7 5 1,-4 6 193,-4 8 1,-10 13-1,1 12 1,-2 2-347,0 2 1,7 6 0,3 6-1,4 5-1359,9 7 0,6-2 1460,6 2 0,4-6 0,6 3 0</inkml:trace>
  <inkml:trace contextRef="#ctx0" brushRef="#br0">11161 6417 7803,'-6'-14'548,"-1"-1"0,-2 1 215,4 0 0,5 1 0,5 3 1,4 5-257,4 4 1,3 1 0,3 0 0,5 0-123,3 0 0,2 6 0,0 4 0,0 4-167,-1 5 1,6-1 0,0 8-1,-1 2-140,2 4 0,-6 7 0,0-4 0,-8 2-222,-5 3 0,-4 1 1,-2 2-1,-5-1-176,-4-4 1,-7-3-1,-4-6 1,-4-2 171,-5-3 1,1-4-1,-4-11 1,1-4 284,3-3 0,2-2 0,2-2 1,0-4 19,-1-9 0,6-6 1,1-7-1,1-4-126,4-7 0,3 1 0,5-10 0,5 2-32,2-2 0,9 3 0,3-2 0,5 6 162,4 3 0,4 12 0,5 2 1,-1 6 115,2 4 1,-9 6 0,4 5 0,-6 8-184,-3 9 1,-2 2 0,-3 6 0,-5 1-654,-3-1 1,-3 2 0,-2 3 0,-3-1-476,-1-2 0,-2-7 1,-5 3-1,0-4-1704,0-2 2738,0 0 0,-13 1 0,-3-1 0</inkml:trace>
  <inkml:trace contextRef="#ctx0" brushRef="#br0">11794 6115 7744,'-19'-27'0,"0"1"0,1 5 3728,2 5-3732,8-1 1,3 17 0,10-2 3,5 5 0,2 9 0,3-4 0</inkml:trace>
  <inkml:trace contextRef="#ctx0" brushRef="#br0">11967 6014 7825,'-15'-33'1902,"1"-1"1,7 13-1896,7 12 0,7 23 0,6 12 514,-4 7 1,4 7 0,-5 7-1,1 2-177,1 2 1,0-3 0,4 5 0,0 0-346,1-2 0,-6 5 0,1-5 1,0 2-888,-2 0 1,4-2 0,-4 0 0,2-8-1216,0-8 0,-2-11 2103,1-5 0,4-9 0,-5-4 0</inkml:trace>
  <inkml:trace contextRef="#ctx0" brushRef="#br0">12254 6014 7825,'-14'-21'1494,"-1"7"270,1 0 1,6 7-1282,3 12 0,8 10 1,2 8-1,0 6 391,1 5 0,1-2 0,4 6 0,-1 2-630,1 2 1,2 1 0,1 0 0,0-1-419,1-4 0,-1 2 0,0-6 0,1-3-331,-1 0 1,1-4 0,-3-3-865,-2-5 1320,-4-9 0,-6-10 0,0-10 0,0-4 196,0-5 0,0 1 0,0-4 0,0 1-51,0 3 1,5-2 0,2-1 0,1 0-13,3 0 0,2 4 0,1 5 0,0 3-138,1-2 1,-1 4 0,2 2 0,2 4-243,1 1 0,6 6 0,-1 4 0,4 3-515,0 1 1,1 0-1,-2 2 1,-3 4-133,-5 4 0,-9-2 0,-5 2 0,-8 1 943,-12 3 0,-9 7 0,-19 2 0</inkml:trace>
  <inkml:trace contextRef="#ctx0" brushRef="#br0">11938 6475 7825,'5'-43'534,"-1"-1"0,8 8 0,-1 2 0,6 4 312,7 1 1,11-1 0,9-4-1,7-3-1233,5 0 1,6-4 0,0 2 0,-1-1 386,-2 2 0,-8-10 0,-1 3 0</inkml:trace>
  <inkml:trace contextRef="#ctx0" brushRef="#br0">12729 5957 7792,'-23'-15'1430,"4"1"1,10 8 0,5 7-1390,8 12 0,4 3 0,8 8 0,1 3 82,2 5 0,1 0 0,-6 5 0,0 0 113,1-1 0,1 3 1,1 4-1,2 0-251,-1 0 0,-7-4 0,-3-3 0,0 1-224,0 0 1,-5-5 0,2 0 0,-3-7 193,-2-5 1,-7-9 0,-2-3 345,-4-2 1,-1-3-1,1-7 1,2-8 220,1-5 1,2-1-1,-1-6 1,4-1-212,3-3 0,2-2 0,0-2 0,2-3-254,3-2 1,3 5-1,7-1 1,3 1-65,1-2 1,7 9-1,-2-3 1,5 6 22,4 4 1,-1 7-1,5 3 1,-2 3 122,-3 7 0,-2 6 1,-3 11-1,-1 5-117,-2 3 0,-2-3 0,4 0 0,-4 2-25,-1 1 1,-2 2 0,-6-2 0,-2-1-177,-1-2 1,-7-7-1,2 4 1,-4-2 12,-1 0 0,-6-4 0,-4-7 1,-2-2 141,-3-3 0,-1-1 0,-1-2 0,-2-2 27,1-3 1,7-4 0,3-10 0,1-5-1,4-3 1,2-9 0,1-4 0,3-6 145,6-7 1,3-3-1,13 0 1,4 4 521,3 4 1,8 11 0,-3 10 0,3 11-199,3 9 0,-8 14 0,8 9 0,-3 12-651,-3 14 0,-2 3 0,-6 8 0,-2-1-726,-3-1 0,1-1 1,-5-7-1,-3 0 904,-1 1 0,-2-8 0,1-1 0</inkml:trace>
  <inkml:trace contextRef="#ctx0" brushRef="#br0">15088 6273 8772,'-15'-14'1025,"6"6"-392,-1 3 0,5 3 561,-4 2-960,6 0 0,-2 0 0,10 0 52,4 0 1,5 0 0,6 0 0,7-1-29,10-4 0,4 2 0,18-7 0,10-2-160,9-6 0,-35 9 1,1 0-1,0-2 1,1-2-1,1 1 1,1-1-111,0-1 1,0 1-1,1-2 1,0-1-1,2 1 1,1 0 0,-2 0-1,-1-1-143,-2 3 1,-1-1 0,-2 2 0,-3 0 0,26-12 0,-7 5-285,-5 3 0,-12 2 0,-1 1 0,-2 3-185,-2 6 0,-6-3 0,3 2 0,-5 2-257,-5 2 0,-8 1 412,-7 0 1,-12 0-1,-5 1 1,-13 4 468,-12 5 0,-14 2 0,-4 3 0</inkml:trace>
  <inkml:trace contextRef="#ctx0" brushRef="#br0">15188 6403 7925,'-28'-10'86,"-1"1"0,0-1 632,0 2 0,7 2-470,3 6 0,4 1 1,7 2-15,8 2 0,13 0 1,11-5-1,5 0 105,4 0 0,11-2 0,10-1 1,8-3-110,10-2 0,6-7 1,-35 6-1,-1-1 0,0 1 1,-1-1-138,0 0 0,0-1 0,3 0 0,1 0 0,6-4 0,1-1 0,2 1 1,2-1-128,1-1 1,-1 0 0,-2-2-1,-2 0 1,-7 2 0,-1 0 0,-2 1-1,-1 0 37,-2 1 0,-1 0 1,36-13-1,-4 5 0,-3 3-337,-5 4 0,-4 4 1,-5 0-1,-9 4-128,-8 2 0,-9-4 0,-13 6 0,0 0-1773,1 3 1132,-7-6 1,-3 6-135,-10-4 1237,-3 3 0,-7 9 0,1 1 0</inkml:trace>
  <inkml:trace contextRef="#ctx0" brushRef="#br0">16411 5525 7990,'-19'-6'207,"0"-4"1,-5 4 0,4 1-1,3 3 125,1 2 0,-3 0 0,1 2 271,5 3 0,1-2-251,7 6 1,0-4 0,7 5 4,2 1 1,3-3 0,4 2-1,-2-1-71,3-1 1,-1 5 0,0-5 0,-1 2 14,1-1 1,6 1 0,3 3-1,-1-2-146,2-2 0,1 1 0,8 4 0,2-1-169,2-3 0,6 3 1,-2-2-1,5 5-114,5 3 0,-3 0 0,3-5 0,-3 1-33,-2-1 1,0 4 0,-2-2 0,-2-5-113,-6-3 1,-2 2-1,-2-6 1,-2 0 47,-3-3 1,-4-1 0,-5 0 0,-1 0 131,1 0 1,-3-1 135,-2-4 92,-4 3 1,-7-4 336,-4 6 1,-3 0-1,-6 0-200,-1 0 1,1 1 0,-1 4 0,1 5 134,0 3 0,-6 7 1,0 6-1,-1 7-147,0 11 0,-4 7 1,-1 10-1,-4 4-493,-4 5 0,12-32 1,-2 1-1,-1 7 1,0 3-1,-4 3 1,-3 1 232,-3 5 0,-1 2 0,-6 6 0,-1 1 0,11-21 0,1 0 0,0 0 0</inkml:trace>
  <inkml:trace contextRef="#ctx0" brushRef="#br0">18597 5180 8011,'0'-15'-18,"-5"-1"0,-1-1 1,0-2 25,-1 1 0,1 2 0,1 2 1,-3-1 335,0 1 1,0-1-1,5 1 1,-4 0-27,-1-1 0,4 1 0,-4 0 0,0 1 48,0 3 0,3 4 0,-5 6-78,-1 0 0,-2 3 0,-1 7 0,0 10 27,-1 11 0,-1 7 1,-1 10-1,-3 6-163,3 7 1,1 6-1,1 10 1,8-35-1,0 1-104,0 4 0,0 0 0,0-2 0,1 1 0,1 4 0,0-1 1,2-2-1,2-1-26,-1-3 0,2-1 1,0 38-1,2-10 1,4-4-172,8-9 0,9-14 0,10-14 0,6-10-57,2-8 1,9-4-1,1-7 1,2-3 12,-1-7 0,-4-3 0,3-14 1,-3-5 2,-6-3 1,-5-3 0,-9-7 57,1-3 0,0 0 1,0-6-1,-2-4 1,-2 0-80,-1-2 0,-6-7 0,0-2 0,-7-3 164,-6 0 1,-7 0-1,-8 13 1,-9 6 100,-6 7 0,-11-2 1,0 13-1,-3 4 126,1 2 0,1 7 0,-3-2 1,2 0 60,-2 2 0,3 1 1,0 7-1,1 1 274,-1 3 0,7-1-157,1 6 1,13 2 0,11 8-243,3 4 0,9 7 0,2 7 0,4 9 86,2 8 1,-1 6 0,0 12 0,1 1-10,-1 3 1,1 5 0,0 12-1,-6-37 1,0 0-106,0 3 1,1 0 0,3 1 0,0-1 0,-1-2 0,0 0 0,1 0 0,1 1-51,0-1 1,1 0 0,-1-1-1,0-1 1,1-2 0,-1-1 0,15 26-283,0-13 0,4-6 0,3-17-435,0-5 1,-4-7-1,3-7 1,-1-4 0,1-3-583,2-2 1,-4-7 0,4-2 0,-2-6 1260,-3-4 0,-1-10 0,-3-7 0</inkml:trace>
  <inkml:trace contextRef="#ctx0" brushRef="#br0">19475 5439 7988,'-24'-27'0,"1"3"1174,2 4 0,2 6 0,5 6-524,-1 8 1,7 8 0,4 11 0,2 5-46,2 3 0,0 9 1,2 2-1,2 3-247,6 3 1,3 4-1,1 0 1,2-2-270,3-1 0,-1-2 0,6 0-237,1 0 0,3-1 0,2-5 1,2-9-1,3-7-193,2-5 0,1-3 0,4-5 0,-2-8 133,-2-8 1,-6-11-1,2-7 1,-6-4 158,-4-4 1,-3-6 0,-8 2-1,-3-5 5,-6-5 1,-2-3 0,-2-7-1,0 0 106,0 1 1,0-1-1,-2 1 1,-1 2 720,-2 7 0,-6 8-424,2 16 1,2 12 0,1 13 0,1 12-10,0 9 0,0 14 0,5 7 0,0 6-321,0 3 1,7 3 0,2-2-1,4 2-1194,2-3 0,4 3 0,1-9 0,4-3-466,7-3 0,4-14 1,10-2-1,4-8 1631,9-7 0,12-15 0,10-10 0</inkml:trace>
  <inkml:trace contextRef="#ctx0" brushRef="#br0">20755 5496 8663,'0'-33'0,"-2"-1"569,-3 2 0,-3 3 1,-6 7-1,-2 6-35,-3 5 1,1 8-1,-6-2 1,0 3 118,2 2 0,-5 7 0,3 4 1,-4 5-115,0 3 1,1 11-1,3-1 1,4 3-297,4 3 0,8 0 0,4 5 0,2-1-367,2 1 1,6-5-1,6 0 1,5-1-361,7-1 0,5-1 0,3-9 0,1-7-28,-1-5 0,-1-8 1,-2 2-1,-1-4 91,1-1 1,-7-8-1,-2-4 1,-4-8 359,-2-2 0,-1-2 1,-4-6-1,-4-2 297,-3-2 0,-4-1 0,-1 3 0,-3 0 1108,-2 5 0,3 0-390,-5 7 1,2 4-1,-1 12-916,4 8 0,3 14 0,4 6 0,3 3-736,4 2 1,4 0 0,3 0 0,2-1-654,1 1 0,11-6 1,0-4-1,6-5-1883,4-4 3234,8-4 0,3-6 0,6 0 0</inkml:trace>
  <inkml:trace contextRef="#ctx0" brushRef="#br0">21244 5424 8174,'-29'-22'0,"2"3"1243,3 3 1,3 8-86,7 3 1,6 5-1,4 5-698,8 4 1,4 6 0,6 2 0,0 4-267,1 2 0,4-4 1,0 3-1,-1 0-276,-2 1 0,-2-6 1,0 4-1,1-2-234,-1 1 1,1-1-1,-3-5 1,-2 2-65,-5 3 1,1-3-1,-1 4 1,-2-4 156,-1-2 0,-4-1 0,-3-2 0,-4-3 209,-4-2 0,-1-1 0,-1-7 325,1-2 0,-1-4 0,3-7 0,0-1 91,3-3 0,6-3 0,-2-7 0,5 0-229,5 0 0,-2 1 1,8-3-1,3-1-80,4-1 0,6-1 0,-3 5 1,3 2-204,6 3 1,0 5 0,7 9 0,0 6-334,0 2 1,-4 4 0,4 4-1,-2 8-371,-3 9 1,2 9 0,-4 1 0,-3-1-562,0-1 1,-4-3 1374,1 1 0,0 0 0,4 0 0</inkml:trace>
  <inkml:trace contextRef="#ctx0" brushRef="#br0">21948 5137 7855,'-14'-23'654,"0"4"1,-1 5 246,1 4 0,4 4 0,2 7 0,2 4-192,3 5 0,3 2 0,3 4 1,3 4-384,2 4 0,2 8 1,4 1-1,1 1-895,-1 1 0,0-3 0,1 5 0,-1-1-358,1 1 1,-3-3-1,0 2 1,-3 0-1869,2-4 2795,-4-2 0,5 5 0,-4 2 0</inkml:trace>
  <inkml:trace contextRef="#ctx0" brushRef="#br0">21963 5453 7855,'-5'-24'0,"-1"2"597,-2 1 0,6 3 247,2 9 1,6-2 0,10 6 0,4 0-660,4-1 1,-2 2 0,3-5 0,4-1-350,3 2 0,3-5 0,-1 4 1,3-4 42,-1-1 0,4-1 0,-6 1 0,-2 0-139,-2-1 1,-7-4 0,-4 0 922,-3 1 1,-8 2 532,-3 2 1,-5 6-646,-5 3 1,-2 5 0,-4 5-1,3 6-222,2 7 1,-4-1 0,5 7 0,1 2-171,-3 1 0,6 2 1,-4-2-1,3-2-197,2-1 1,2 0 0,3 5-1,4 0-233,4 0 0,3-2 1,2-3-1,2-5-208,3-3 1,-4-3 0,3-4 0,1-4-2,-1-3 1,0-13 0,4-5 0,-4-7 82,-1-7 0,-2 0 1,-4-9 342,-1-1 1,-4-1 0,-2-1 0,0 2 0,-2 5 632,0 5 1,-1-1 0,-5 12 530,0 1 1,-1 9 0,-4 6-493,-5 6 1,4 10 0,1 7 0,3 3-550,2 2 1,0-2-1,0 1 1,0 1-640,0 2 0,7-3 1,2-1-1,6-2-906,4-4 0,3-1 1,9-3-1,2-3-2257,6-6 3733,2-2 0,2-8 0,1-2 0</inkml:trace>
  <inkml:trace contextRef="#ctx0" brushRef="#br0">23171 5108 7855,'-14'-15'1382,"-1"1"1,1 1 3668,-1 4-4478,7 2 1,4 9 0,7 3-342,2 4 0,6 4 1,-3 1-1,1 1-302,1-1 0,0 5 1,4 1-1,0-3-161,1-1 1,-6 3 0,1 1 0,-1-3-258,-1-1 0,4-2 1,-6 1-1,0-1 81,1 1 1,-2-1 0,-5 0 347,0 1 1,0-6 275,0 1 0,-2-7 1,-1 0-1,-4-6 106,-1-6 1,5-6 0,-3-4-1,1-3 95,0-1 1,0-4 0,5 3-91,0-3 0,2 3 0,1 2 0,4 1 0,-1 3-67,0 2 0,6 2 1,-3 1-1,4 2-175,1 1 0,2 7 0,4-2 0,4 4-295,3 1 0,1 6 1,1 4-1,0 2-127,0 3 0,0-1 1,-2 2-1,-2 2 36,-1 1 1,-6 0-1,1-4 1,-5-1 62,-4 0 0,-4 1 0,-6-1 172,0 0 0,-6-1 1,-4-3-1,-2-5 175,-3-4 0,6-1 0,-1 0 1,-1-1 132,-2-4 0,5 0 1,3-8-1,4-3 92,1 0 0,0-6 1,0 0-1,1-2 265,4 0 0,3 4 0,6-2 0,2 1-88,4 4 0,-3 5 0,7 4-388,2 2 1,-4 1-1,2 8 1,2 5 0,2 8-578,6 5 1,-8 3 0,1 7 0,-3 1-1412,-2 1 0,-3 7 1,4-3-1,-4 1 1864,-6 1 0,-5-1 0,-8 5 0</inkml:trace>
  <inkml:trace contextRef="#ctx0" brushRef="#br0">19748 8229 11665,'0'25'-455,"0"23"-2610,0-14 3065,0-17 0,0-10 0,0-7 0</inkml:trace>
  <inkml:trace contextRef="#ctx0" brushRef="#br0">19201 7482 8039,'-13'-56'0,"-4"3"434,-4 5 0,-4 13 0,5 9 0,3 12 484,1 6 0,3 5 0,2 8-475,1 4 1,7 7 0,-2 8 0,5 11-207,5 10 0,-2 8 0,5 8 0,0 3-104,0 1 0,0 1 0,3 1 1,-1-3-258,1 0 0,2-5 0,3 3 1,1-4-307,3-5 0,0-10 1,-4-11-1,0-7-572,-3-6 0,-3-12 898,-1-12 1,-4-11 0,-10-17 0,-4-7 159,-4-7 0,-1-6 0,-1-7 0,2-4 34,4-2 1,-4-1 0,5-5 0,0 0 114,3 0 1,4 0 0,1 0 0,0 4 146,0 5 1,1 9 0,4 19 0,5 9-14,2 10 1,3 13 0,1 5-1,1 10 182,3 11 1,10 17-1,-1 9 1,1 9-224,0 4 1,-1 5 0,0-4 0,0-3-344,0 0 1,4-5 0,1-2 0,-2-6-280,-2-7 0,-1-5 1,1-8-1,2-3-186,2-5 0,-1-9 1,-6-6-1,-1-5 116,-2-9 0,-2-6 0,4-14 1,-4-5 202,-1-8 0,-2-2 1,-4-10-1,-1-2 117,0-4 1,-4-8-1,-2 2 1,-2-3 225,-3-2 1,4 5-1,-1 8 1,1 14 755,-1 11 1,-1 17-460,-5 17 1,6 8 0,2 13-1,2 7 82,-1 9 0,1 9 1,4 4-1,1 3-283,-1 6 1,-4-3 0,-1 5 0,2-5-461,2-2 0,2 3 0,-1-9 0,2-1-649,3-2 0,-1 3 1,4-2-1,1-3-1172,-1-3 0,3-10 2033,9-1 0,3 0 0,6-7 0</inkml:trace>
  <inkml:trace contextRef="#ctx0" brushRef="#br0">20654 7914 8345,'-29'0'0,"0"0"1813,1 0 0,5 0-1168,4 0 0,11 0 1,8 0-234,8 0 1,11-2 0,4-1-1,1-4-310,0-1 1,0-1-1,3-6 1,-2 1-118,-1 0 0,-1-6 0,1 0 1,-4-3-209,1-2 1,-5-3-1,2 0 1,-6-3 53,-2-2 0,-7 1 1,2-7-1,-5-1 166,-5-1 1,-3-1 0,-8 4 0,-1 6 535,-2 6 1,-1 7-1,4 10-83,-3 4 0,3 16 0,-3 10 1,5 9-265,4 9 1,4 7 0,6 2 0,0 0-458,0 1 0,1-5 0,4 0 0,5-4-796,2 0 0,9-9 0,3-4 1,5-6-1140,5-9 0,9-4 2206,9-8 0,17-12 0,5-4 0</inkml:trace>
  <inkml:trace contextRef="#ctx0" brushRef="#br0">21531 7367 7822,'-8'-37'205,"-4"5"0,-8 6 678,-2 7 1,3 10 0,-4 4-1,3 3-79,2 2 1,2 0-1,2 0 1,1 2-165,3 3 0,-1 7 0,5 11 0,-1 2-254,1 6 0,1 7 0,5 1 1,0 2-384,0 2 1,2 0 0,3-1-1,4-2-707,4-2 1,6-6-1,3 0 1,4-6-396,4-7 0,9-9 0,1-6 1,6-4 157,7-4 1,8-6 0,2-11 0,1-9 432,0-12 1,-8-7 0,-8-9 0,-5-1 492,-4-3 0,-11 1 1,-10-5-1,-7 2 88,-6 4 0,-3 1 0,-4 4 0,-3 6 382,-4 5 1,-4 11-1,-2-1 1,1 6 2176,0 4 1,4 4-1789,1 11 0,1 9 0,-2 11 0,5 7-309,4 6 0,1 4 1,0 8-1,0 5-215,0 5 0,0 4 0,1-4 0,4 4-300,5 1 0,-2 2 0,1 4 0,2 1-225,2-1 1,1-5-1,1-3 1,-1-2-544,1-4 0,-6-3 1,-1-13-1218,-1-3 1793,-3-10 1,-4-9 0,0-11-1,0-9 1,0-7 127,0-5 1,0-2 0,2-1 0,3-2-4,4-2 0,4-6 0,3 5 0,3 1 90,5 6 1,-1 8-1,1 1 1,1 3-285,2 2 1,2 6 0,0 5 0,0 6-244,-1 6 1,1 9 0,0 1 0,-2-1-311,-3-2 1,2-2 0,-6 0 0,3 1-1108,2-1 1901,-4-6 0,6 5 0,-4-5 0</inkml:trace>
  <inkml:trace contextRef="#ctx0" brushRef="#br0">22883 7439 7822,'0'-15'-103,"0"-1"1,0-1 0,0-2 420,0 1 0,-1-4 1,-2-1-1,-4-1 483,-1 0 0,3 2 0,-4-2 0,-1 5-144,2 3 1,-5 8 0,2 3 0,-5 3 42,-3 2 0,-5 12 0,5 5 1,1 9-549,2 9 0,2 5 1,1 1-1,4-1-367,4-1 0,3-7 0,2 0 1,0-5-357,0-3 0,5-7 1,1 1-1,2-5-166,4-4 1,2-7 0,3 0 0,3-9 474,-3-6 1,4 1 0,-2-14 0,0-3 387,2-3 1,-5-6 0,2 4 0,-5 2 357,-4 2 0,-1 3 0,3 1 797,-1 2 0,-5 10-1011,4 4 1,-4 12-1,3 17 1,0 3-824,0 1 1,3 4 0,7-5 0,3 1-687,1-4 1,2-3 0,5-3 0,-2-4-1694,-3-4 2932,3-3 0,-5-9 0,7-1 0</inkml:trace>
  <inkml:trace contextRef="#ctx0" brushRef="#br0">23272 7165 7822,'-7'-14'647,"-2"0"0,1 1 0,-2 2 1311,-1 1 0,-2 7-1350,-1-2 1,6 10-1,3 4-482,3 4 0,4 2 0,1 1 0,4 1-268,1 2 1,0 0 0,3-3 0,-2 2-69,2 1 0,1 2 0,-3-3 0,-2 1-88,-1-2 0,-4 4 0,4 0 0,-1 1 71,0 4 0,-1-5 1,-4-2-1,-1-3 180,-4-2 1,2 1 248,-7-1 1,5-6 0,-3-5 0,2-8-165,3-9 0,1-2 1,4-10-1,1-4-65,2-7 0,11-4 0,0-1 0,3 2 163,2 2 0,3 7 0,-3 1 0,1 6 124,3 3 0,-2 9 1,-1 7-1,-1 5 108,-3 5 0,2 3 0,0 8 0,-1 1-231,1 2 0,-2 7 0,6-4 0,0 2-426,-2 0 0,4-6 1,-5 1-1,-1-5-107,1-4 0,0-4 1,-3-6-1,1 0 70,-2 0 0,-1-6 1,-3-4-1,-2-4 284,-1-5 1,-5 1 0,3-6 0,-2-1 205,-3-3 1,-1 0-1,-1 1 1,3 1 661,0 2 1,1 6-366,-5-1 1,0 11-1,0 8-330,0 8 1,0 7 0,2 2 0,1 4-384,2 1 1,4-4 0,-2 3-1,1-2-629,3 0 1,2-5 0,1-6-1,1-1-2296,-1-4 3177,0-1 0,7-2 0,1 0 0</inkml:trace>
  <inkml:trace contextRef="#ctx0" brushRef="#br0">24020 6820 9048,'-23'-16'0,"4"0"3245,3 2-1563,2 2-1950,6 12 1,8 0-1,9 0 268,4 0 0,8-12 0,1-4 0</inkml:trace>
  <inkml:trace contextRef="#ctx0" brushRef="#br0">24595 6705 7822,'0'-22'267,"-2"-4"0,-3 7 0,-4 3 692,-4 5 0,-1 6 0,-1 11-377,1 9 1,4 7-1,1 12 1,-1 5-157,2 8 0,-3 4 0,6 7 0,2 1-260,1 3 0,2-8 1,2 2-1,3-4-119,4-6 0,11-6 1,4-5-1,3-5-106,2-7 1,1-12-1,3-6 1,7-4-181,7-1 1,-1-12-1,7-9 1,1-10-51,2-7 0,-5-5 1,-3-3-1,-5-4 8,-4-1 0,-11 3 0,-8-3 0,-4 0 15,-2-1 1,-6 1 0,-3 0 324,-4 8 0,-7 8 0,-5 12 1,-7 9-1,-4 8 713,-1 4 0,-4 15 0,5 6 1,0 8-110,2 7 0,4-4 1,4 5-1,2-1-317,5-1 1,4 1 0,2-7 0,4-3-222,5-5 1,7 2-1,6-3 1,2-2-171,5 0 1,2-10 0,-1 7 0,1-4-32,1-1 1,2-3 0,-4 5 0,-2 1-24,-7 2 0,-6 3 0,-6 1 0,-6 4-264,-2 2 0,-15 2 1,-8 9-1,-9 2-1029,-8 1 0,-5 5 0,-5-5 1392,-5-1 0,-9-1 0,-4-6 0</inkml:trace>
  <inkml:trace contextRef="#ctx0" brushRef="#br0">18712 9093 7217,'15'7'169,"-3"-4"0,0 5 0,-4 0-17,-2 0 1,5 2-1,-1 4 1,2 0-32,3 1 0,-4 1 1,2 3-1,3 5-50,0 3 0,0-3 1,0 0-1,3 2-82,5 1 0,3 0 0,3-2 0,2-2-21,2-2 1,11-7-1,-1-4 1,4-1 29,2-1 1,-2-1-1,-5-7 1,-1 0 93,-4 0 1,2 4-1,-7 1 1,-1-2-53,-1-1 1,-1 0 0,4 1-1,6 2-33,6-2 1,0-2 0,7-1 0,1 0-24,2 0 1,5 0 0,-3 0 0,-6-1-49,0-4 0,-6-1 1,7-6-1,1 4 49,2 2 0,6-4 0,1 6 0,-3-1 17,-1-2 1,-3 6-1,-3-6 1,-7 3 2,-6-1 1,2 0 0,-4 3 0,2-1 2,-1-2 0,2 1 0,-4 4 0,0 0-58,-4 0 1,-2 0 0,-4 0 0,-3 0-117,-5 0 0,-3 4 0,-2 1 0,1-2-12,-1-1 1,0-2 0,1 0 0,-1 0 91,1 0 0,4 0 1,1 0-1,3-2 276,2-2 1,9 0 0,6-5 0,6-1-55,7 2 1,9-4 0,4 2 0,1-3-106,0-1 1,-1-1 0,1 1 0,-5 0 11,-3-1 1,0 6-1,4 1 1,4 1 6,3 4 0,0 1 1,-2 2-1,-6 0 50,-3 0 1,2 0-1,-2 0 1,-2 0-36,4 0 1,3 0 0,10 0 0,1 0 3,1 0 1,0 0 0,-8-1-1,1-4-43,4-5 1,-31 4-1,1 0 1,4-2-1,0 1 1,1 0 0,-1 0-63,-1 0 1,-1-1 0,-1-1 0,0-1 0,0 0-1,1-1 1,1 1 0,1 0 26,0 0 1,2-1-1,4-2 1,-1 0-1,-3 2 1,-2 0-1,0-1 1,-1 0-7,-1 0 1,-1 0 0,0 2 0,0 1-1,1-2 1,0-1 0,1 1 0,0 0-17,2 0 0,-1 0 0,-2 1 0,-1 0 1,1-1-1,0-1 0,-3-1 0,-1 0-19,36-14 0,-37 12 0,1-1 0,2 0 1,0-1-1,3-2 0,1-1-2,0 0 1,0-1 0,2-5 0,-2-2 0,-2-1 0,-2 0 0,0-1-1,0 1 33,2-1 1,0 1 0,1 2 0,2 1 0,4-1 0,0 1 0,0-1 0,0 0 35,-2-1 0,-1 0 0,-4 2 0,-2-1 1,-4 1-1,0-1 0,0 0 0,1 0 48,0-1 0,1 0 1,0 0-1,0 0 1,-3 1-1,-1 0 0,25-23 0,-11 5 1,-13-1-1,-6 8 1,-6-4-52,-7-1 0,-3 0 1,-1-2-1,-1-3-48,0-5 0,-1-9 1,-3-5-1,-6-4-41,-2-1 0,-2-4 1,0-3-1,0-1 55,0 39 0,0-1 1,0-1-1,0 0 0,-1-2 1,0-1-1,0-1 0,-1 0-11,0 0 1,-1-1 0,-1-1 0,-1 1 0,2 1 0,0 1 0,-1-1-1,1 0 73,0-2 1,0 0 0,-3 0 0,1 1 0,-1-1 0,0 0 0,-1 2 0,-2 1 21,0 2 0,-1 0 0,-2 5 0,-1 0 0,-11-28 0,-7 0 25,-7 1 0,17 30 1,-3 0-1,-4 4 1,-1 0-1,-1 3 1,1 1-80,-2 1 0,-1 1 1,-2-1-1,-2 1 1,-2 1-1,-1 1 1,2-1-1,1 0-2,1 1 0,1-1 1,-27-23-1,5 3 1,-6-1-47,28 22 0,-1 0 0,-1-3 0,-1 1 0,-5 1 1,1 2-1,1 0 0,1 0-10,2 0 1,1 1-1,-1 2 1,0 1 0,-27-19-1,-1-2-13,-4-1 1,31 21 0,-1 1-1,-1 0 1,-1 0 0,-1-2-1,-1 0 14,0-1 1,0-2-1,1 0 1,1-2-1,1 0 1,1 0 0,3 1-1,-1 2 52,0-1 1,-1 3 0,-4 1-1,-2 3 1,-6 0 0,-1 0-1,-2 2 1,0 2 45,2 0 1,-1 2 0,-2 0-1,0 1 1,4 2 0,-2 2-1,-4-1 1,-1 1-100,-4 1 1,-1 0-1,-1-1 1,1 1-1,1 1 1,1 2-1,0-2 1,1 1 51,-2 0 0,-1 0 0,-1 0 0,0 1 0,-5 1 0,0 0 0,4 0 0,0-1-19,3 0 0,-1-1 0,-1-1 0,0-1 0,1 2 0,1-1 0,-1 1 0,1-2-9,1 0 1,0-1 0,2 0 0,-1-1 0,2 0 0,-1 0 0,1 0-1,-1 0 33,0-1 1,1 1 0,3 0 0,1 0-1,2 0 1,0-1 0,1 2 0,-1 0 38,-2 1 1,-1 0 0,0-1-1,-1 1 1,-4 2 0,0 1 0,3 0-1,0 1 2,4 0 1,-1 0 0,-3 2 0,-2 2 0,-2 0-1,-1 2 1,-4 2 0,0 2-31,3 0 1,0 2-1,-3 3 1,0 1 0,4 2-1,-1 1 1,-4 1 0,-2-1-49,-4 2 1,0 0 0,4 0-1,2 2 1,3-1 0,1 1 0,1 0-1,1 0-32,-3 2 1,1 0 0,1 2 0,1 0 0,-2 1 0,1 2 0,6-3 0,3 0 9,4-1 0,1-2 0,0-3 1,0-1-1,0-2 0,0-1 0,-1 0 1,1-1-1,1-1 1,1 0-1,-23 9 1,10-4-1,9-5 103,1-4 0,-5 3 1,-8-4-1,-1 4 89,1 1 1,2 1 0,1 1 0,2 3 5,4 5 0,7 3 0,8 4 0,0 4-35,1 8 1,-4 8 0,-8 10 0,-3 1-198,0-1 0,1-2 0,7-1 1,1-1-43,4 1 1,4-7 0,10-2 0,4 1 123,-1 3 1,10-2 0,-4-2 0,4-4-7,3-8 0,2-3 0,6-2 1,0 3 202,0 1 1,0 3 0,0 6-1,0 4 116,0 9 1,0 9 0,0 13 0,0-37 0,0 0-182,0 1 1,0 0-1,0 3 1,0 0-1,-1 1 1,0 0-1,0 4 1,-1 0-160,0 5 0,-1 1 0,0 0 0,1 1 0,2 6 0,0 1 0,1-1 0,0 0 94,1 2 1,1 1 0,-1 5-1,1 2 1,0-22 0,1 2 0,1 0-1,1 0 1,0 1 0,1-1-122,1 0 1,0 0-1,2 0 1,2 1-1,1 0 1,2-1-1,4 3 1,1 0-1,3-1 1,2 0 0,3 0-1,1-1-23,3 2 1,3-1 0,2-1 0,2-5 0,3-3 0,3 0 0,3 0 0,3 0 0,2-4-1,3-2 1,3-4 0,2-3-1753,4-1 1,3-4 0,3-1 1830,-12-7 0,1-1 0,1-1 0,0-1 0,1-2 0,1 0 0,0-1 0</inkml:trace>
  <inkml:trace contextRef="#ctx0" brushRef="#br0">21344 9712 7747,'7'-8'-489,"-6"-5"1,6 5 1552,-1 0-356,-4-5 32,4 12-160,-6-6-430,0 7 0,-2 0 0,-1 2 28,-2 3 1,-1 3 0,1 8 0,-4 3-5,-4 5 0,-1 11 1,-2 8-1,-4 9-10,-4 3 0,-4 11 0,-8 8 0,15-32 0,-2 2-26,-5 5 0,0 1 0,-1 3 0,-1 1 0,-3 3 0,0 1 0,1-1 0,0 0-126,2-2 1,-1 0 0,2-4 0,1-1 0,2-6-1,1 0 1,3-5 0,1 0-17,-14 28 1,4-12 0,4-9 0,1-6-127,2-7 1,12-10-89,-3-9-3,10-6 1,1-9-1,7-4 1,3-5 0,1-4-644,-1-5 0,7-5 1,0-8-1,4-3-303,1-2 0,3-3 1167,-2-8 0,6 1 0,-1-5 0,3-1 0</inkml:trace>
  <inkml:trace contextRef="#ctx0" brushRef="#br0">21574 9525 8095,'-1'-13'44,"-4"4"0,2 2 0,-7 7 232,-1 0 1,-2 8-1,-1 7 1,-2 9 19,-3 8 0,1 6 0,-6 11 0,-1 9-173,-3 8 1,13-28 0,0 2 0,-1 3 0,-1 0 0,-3 4-1,0 1 41,-3 1 1,-1 1 0,-1 3 0,-3 1 0,-2 1 0,-2 0 0,-1 2 0,-1 1-141,-1 2 0,0 0 0,-1-2 0,1 1 0,1 1 0,1 0 0,2-2 0,0 0 22,1 0 0,1 0 0,2-4 1,1-1-1,0-2 0,-1-2 0,1-3 1,-2-2-71,1-4 0,-2-2 1,-1 0-1,-2-2 1,1-6-1,1-3 1,-24 23-206,9-9 1,10-5-1,11-9-985,5-3 1,9-11 1213,4-20 0,6-7 0</inkml:trace>
  <inkml:trace contextRef="#ctx0" brushRef="#br0">21833 9683 8033,'2'-14'-258,"1"-1"1,2 1-104,-2 0 0,4-1 0,-3 1 487,0 0 0,2-1 16,-1 1 0,1 6 1,-3 1 604,2 1-329,0 4 1,-5-2-1,0 10 48,0 8 0,-8 7 0,-5 10 0,-6 4-208,-3 8 0,-9 8 1,-7 10-1,-4 3-199,-1 1 1,21-29 0,-1 2 0,-1 3-1,-1 1 1,-2 2 0,-1 1-28,1 3 1,-1 0-1,-3 2 1,1 1-1,3 1 1,1 0-1,-2 1 1,0 0-96,0-1 1,-1-1 0,-4 0 0,-1-1 0,-1-1-1,1-2 1,0-1 0,-1-1 66,0-1 0,0 0 0,2-1 1,2 0-1,0 0 0,1-1 1,3-2-1,1 0-58,4-3 0,1-2 1,-16 29-1,10-13 1,3-8-536,5-7 0,5-8-426,4-4 1,7-11 536,13-13 1,-1-6 0,12-10 0,-2-3-1,2-7 478,1-6 0,-4 2 0,3-12 0,-7 5 0</inkml:trace>
  <inkml:trace contextRef="#ctx0" brushRef="#br0">21143 10877 8038,'-14'-14'0,"-1"1"125,1 4 1,-2 4 0,-2 11 0,-3 9 123,-1 7 0,-2 18 0,-5 10 0,1 9-118,-1 8 1,0 3-1,0 4 1,1-1-32,-1-1 0,0-3 0,2-13 1,1-3-39,2-5 1,0-4 0,-3-2 0,3-5-172,5-8 1,0-2 0,3-8-2110,3-1 2218,8-9 0,5-9 0,8-8 0</inkml:trace>
  <inkml:trace contextRef="#ctx0" brushRef="#br0">19848 11597 7893,'-14'0'131,"0"-6"0,-1-4 1,1-1 258,0 1 1,4-1 0,4 6-156,4 2 1,5 1 0,13 4 0,5 1 99,8 2 0,1 6 0,8-1 0,2 3-97,2 1 0,6 5 0,1 0 0,4-1-190,6-2 0,5-2 0,11 2 1,-35-7-1,0 0-66,3 1 0,1-1 0,0-1 0,1-2 1,-2-1-1,0 0 0,0 0 0,1 0-115,-1-2 0,0 2 0,-1 1 1,1 0-1,-2-1 0,1 0 0,36 9-380,-4 6 1,-6-3 0,-12 5 0,-5 1-107,-8-1 0,-7-4 1,-11 1-1,-2-3-622,-3-2 1241,0 1 0,-6-7 0,0-2 0</inkml:trace>
  <inkml:trace contextRef="#ctx0" brushRef="#br0">21229 11856 7807,'-14'-19'117,"-1"0"0,3-1 1,1 8 114,1 2 0,8 4 1,2 6-320,8 0 0,5 4 1,1 3 205,1 1 1,-1 1-40,1 6 1,-3-1-28,-2 1 1,-4-6-264,-6 1 1,2-7-1,1 3-559,2 1 1,0-4 768,-5 6 0,0-5 0,0 2 0</inkml:trace>
  <inkml:trace contextRef="#ctx0" brushRef="#br0">21316 11971 7807,'-15'-14'417,"1"-1"0,-1 1 0,1 1-195,0 3 0,-6 4 1,0 6-1,-1 0 27,0 0 0,-4 6 1,1 6-1,-5 4-27,-5 3 0,2 6 1,-6-1-1,-2 4-68,-2 0 0,-6 7 0,1 4 0,0 2-188,2 3 1,-6 5 0,-8 6 0,25-26 0,-2 1-67,-4 1 1,0 0 0,1 0 0,0 0 0,0-2 0,1-2 0,2 0 0,2-1-536,-29 22 1,4-5-1,18-6 635,9-8 0,8 0 0,9-7 0</inkml:trace>
  <inkml:trace contextRef="#ctx0" brushRef="#br0">19949 11669 8046,'-8'-23'1090,"-3"-2"-50,6 6 1,2 9-654,8 15 1,3 11-1,6 17 1,1 7 43,-1 7 1,-1 15-1,-4 12 1,-4 6-535,-4-37 1,0 2 0,-1 5-1,0 2 1,0 8 0,0 1 0,-1 6-1,0 1-419,-1 2 0,-1 0 0,0 4 0,-2-1 1,-2-4-1,0 0 0</inkml:trace>
  <inkml:trace contextRef="#ctx0" brushRef="#br0">17590 13093 8009,'-8'-21'275,"-3"6"1,5-5 0,-1 4 485,1 2 0,0 1-513,1 4 0,3 4 0,-3 10 55,4 4 0,1 10 1,-2 5-1,-1 5 54,-2 5 1,0 2 0,5 9 0,0 2-158,0 1 0,-4 4 0,-1-1 0,2 4-114,1 4 1,-3 0 0,0-5 0,2-2-74,2-3 1,1 2 0,-2-8 0,-1-6-722,-2-5 1,0-9 0,5-4-356,0-3 1,0-7 0,-1-1 1062,-4-1 0,-3 4 0,-7-3 0</inkml:trace>
  <inkml:trace contextRef="#ctx0" brushRef="#br0">17993 13525 7965,'-14'-11'430,"-1"-4"1,1 1 635,0 3 1,4 4-857,0 7 1,9 7-1,-1 2-109,5 4 0,9 2 1,-4-1-1,1-1-158,1-4 1,-2 4-1,3-3 1,-3 2-14,-2 3 1,4-6 0,-4 1-202,2 1 0,-3 0 0,3 1 503,-2-3-191,-1-6 0,-5 2 0,0-10 0,-1-4 111,-4-4 0,2-1 0,-5-1 0,0 2-78,0 4 0,4-4 0,-2 5 0,1-2-189,0 1-699,1 6 37,-3-4 1,4 14-407,-7 2 1183,7-2 0,-10 5 0,6-4 0</inkml:trace>
  <inkml:trace contextRef="#ctx0" brushRef="#br0">19316 13252 7965,'8'-15'9,"3"1"1,-4-1 0,-1 1 185,1 0 1,-3-1-1,-4 1 4,0-1 0,0 1 0,0 0 1,0-1-1,-1 1 65,-4 0 1,-3-1 0,-6 1 0,-1-1-36,1 1 1,-7 1 0,-3 2 0,-3 3-33,-2 2 1,-4 1-1,-2 5 1,-2 1-55,-3 4 0,3 5 1,-1 9-1,-1 5 4,3 3 0,5 8 0,9 5 0,1 5-109,3 3 0,9 2 1,4-4-1,3 2-122,2-2 1,2-1 0,4-2-1,7-1-83,5-4 0,9-3 0,0-6 0,7 0-94,3 0 0,-4-7 0,5-1 0,1-2 74,-2 0 0,2 2 1,-5-4-1,-4 3 167,-4-3 1,-5 4 0,-8 0 0,-4 1 94,-4 4 0,-3-4 0,-6 1 20,-5-3 1,-2 4 0,-15-3 0,-3 0 0,-4 0 26,-4-4 0,0-1 1,-3-1-1,0-1-105,-5 0 1,7-6 0,-3-3 0,2-3-155,2-2 0,6-2 0,-3-4 0,4-7-273,1-5 1,8-12-1,7 0 1,7-6-209,6-3 0,9-5 0,6-2 0,8-2 618,6 2 0,7-5 0,1-1 0</inkml:trace>
  <inkml:trace contextRef="#ctx0" brushRef="#br0">19575 13525 8074,'-6'-29'104,"-2"5"1,-7 2 670,1 1 1,4 8 0,2 10-451,2 6 0,1 7 0,7 7 0,1 4-61,2 2 0,1 1 0,-3 4 0,4 1-33,1 0 1,-5 1 0,3 2 0,1 2-81,2-2 0,-1-2 0,2-1 0,1-2-209,2-3 0,1 3 0,1-4 1,-1-1-224,0-3 1,6-3 0,-1-3 0,0-3 40,2-6 0,1-2 0,5-4 0,-1-2 89,-2-6 1,-7-9 0,3-7 0,-3-6 113,2-6 0,-7-4 0,2-2 1,-3-3 144,-3-1 1,3-5 0,-6 5 0,-2 5 889,-1 8 0,-2 8-621,0 13 0,-6 9 0,-2 10 1,0 12-123,3 9 0,-2 9 1,3 3-415,0 4 0,3 1 0,2-1 0,4-2 0,5-4-835,3 0 0,7-3 0,4-6 1,3-3 141,2-5 1,2-7 0,1-4-1,3-2 424,1-3 1,3-8 0,2-6 0,-1-6 303,-1-7 0,-7-4 1,0-2-1,-7-3 143,-6-6 0,-3-2 0,-3-4 0,-2-2 127,-1-1 1,-7 1 0,2 3-1,-4 3 1565,-1 2 1,0 6 1511,0 9-2651,-6 9 1,4 15 0,-2 10-262,2 3 1,2 1 0,0 2 0,0 2-108,0 1 0,0 7 0,0-1 0,0 6-43,0 2 0,0 7 0,0 0 0,0 6 10,0 7 0,0 5 0,0 4 0,0 5-370,0 4 0,-6 9 0,2-39 0,0 1 0,-1 0 0,0 0-505,-4 38 0,4-6 0,-3-9 0,0-7-730,0-8 1,3-14 465,-5-7 1,7-15 0,-2-14-378,4-8 1345,1-11 0,6-10 0,2-7 0</inkml:trace>
  <inkml:trace contextRef="#ctx0" brushRef="#br0">20510 13698 8390,'-10'-66'487,"1"4"0,6 6 0,-2 8 0,3 11 474,2 10 0,4 8 0,4 7-787,6 3 1,10 4-1,0-3 1,5 2-319,4 2 0,-4 3 0,1 1 0,-4 1-105,-1 4 1,-4 3 0,-2 8 0,-4 3 102,-6 5 0,3 10 0,-8 3 0,0 1 84,-3 0 0,-6-1 0,-3 2 1,-3-4 99,-5 0 1,-3-6 0,0 1 0,-7-6-26,-6-3 0,0 3 0,-6-5 0,0-1-471,1-2 0,2-7 0,8-1 458,3-1 0,-4 4 0,6-3 0</inkml:trace>
  <inkml:trace contextRef="#ctx0" brushRef="#br0">21057 13928 8038,'-7'-15'349,"4"-4"1,-5 0 0,0 3 1968,0 5-2019,5 4 1,-2 7 0,10 0 0,3 2-70,0 3 1,5-4-1,-4 4 1,4-3-58,1-2 1,1-7 0,-1-1 0,1-3-163,-1-3 0,0 3 0,1-10 0,-1 0-309,0-3 0,-4-3 1,0-3-1,-1-2 75,-1-2 1,-1-4 0,-7 4 0,0 4 349,0 4 0,-7 5 0,-2 9 0,-6 2 40,-4 5 0,-2 7 0,-3 6 1,4 9 25,-1 9 0,6 0 0,-1 9 0,7-2-263,2 1 1,3 4 0,5-3 0,6 1-426,7-1 0,7-3 0,9-8 0,4-5-69,4-3 0,8-3 0,4-4 1,1-4-83,3-3 0,1-9 0,-1-2 0,-1-4 320,1-2 1,-11-5-1,-4-3 1,-11-1 325,-8 0 0,-6 0 0,-11-4 0,0-1 286,-4 0 0,-6 5 0,-7 2 1,0 1 546,-1 3 1,1 4 2375,0 4-2823,6-2 1,9 10 0,12-1 0,6 4-244,3 4 1,2 6 0,5-3 0,0 2-202,0-1 1,1 3 0,0 5-1,1 2-159,-4-1 0,-8 3 0,0 0 0,-3 1-91,-1 4 0,-3-4 0,-2 0 0,-5 1-13,-4-1 0,-1 2 0,-1 3 1,-4-3 231,-5-5 0,-2-3 0,-3-3 0,1-2 203,0-1 1,-1-7 0,1 2 0,1-5 164,3-5 0,-1-3 1,6-8-1,2-1-109,2-3 0,1-5 0,1 1 0,6-3-190,7-2 0,2-5 0,10-1 0,4-2-166,7-3 0,7-1 0,8-2 0,5 1-57,2 4 1,-1 3 0,-4 7 0,-3 4 76,-1 5 1,-13 5 0,-12 3-1,-6 3 130,-6 1 0,-8-4 347,0 2 1,-5-3-1,-5 3 1,-3 2 419,0 1 0,-5 4 0,4-4 1,-4 0 1,-2 4 0,1-3-195,0 4 1,1 7-1,2 5-131,1 7 0,7-1 1,-2 7-1,3 3-52,2 5 0,0 7 0,0 7 0,0 5-91,0 5 1,0 0-1,0 11 1,0 4-234,0 4 1,5-3-1,0 1 1,-2-6-307,-1-3 1,-2 4-1,0-6 1,0-5-670,0-7 1,-5-4-1,0-12 1,0-2-654,-1-2 1,3-9 359,-7-7 0,7-7 0,-2-12-2,4-4 0,-1-15 1239,-3-5 0,4-16 0,-6 0 0</inkml:trace>
  <inkml:trace contextRef="#ctx0" brushRef="#br0">22452 13712 8038,'0'-53'-33,"1"2"0,4 1 383,5 4 1,-2 3 0,1 5 0,4 4 138,5 4 1,-1 6 0,7 1-1,2 3-372,1 2 1,0 2 0,-1 2 0,-2 1-169,1 3 0,4-1 1,3 6-1,0 4 45,-5 4 0,-4 6 0,-9 9 0,-1 4-126,-4 6 0,-4-1 1,-10 9-1,-6 1 54,-6 0 0,-7 3 0,-8 6 0,-2 1 18,2-6 0,-3 2 1,0-6-1,-2 2-200,-3-1 1,5-8 0,1-1 0,6-8-994,4-5 1253,3-8 0,19-8 0,4-8 0</inkml:trace>
  <inkml:trace contextRef="#ctx0" brushRef="#br0">23185 13482 8051,'-6'-43'438,"3"1"0,-5 5 1,0 8 676,0 9 1,3 10-1,-3 7-889,2 6 1,-6 5-1,4 8 1,-1 3-91,-1 5 1,1 3-1,-6 2 1,1 2 32,0 2 0,-1 4 0,2 4 0,2-1-192,2-1 0,5-6 0,0 4 1,2-2-152,2-3 1,2-3-1,4-5 1,8-6-8,9-7 0,4-5 1,2-6-1,-1 0-106,1 0 1,0-11 0,0-5 0,-1-3-39,1-2 1,-5-4 0,-1-1 0,-3-4-74,-2-4 0,-7-6 1,-3 3-1,-1-1 386,-4 0 0,-6 6 1,-5-2-1,-4 5 436,-4 5 0,-6 3 0,1 7 0,0 1 83,1 4 1,0-3 0,8 6-97,2-2 1,4 3-1,7-3-321,4 2 1,10-5 0,10 3 0,7-2-212,6 1 1,15-6 0,6-4-1,5 1-101,5 2 0,0-3 0,-1-2 135,-1-1 0,-14 4 1,-6-2-1,-15 0 1,-13 1-288,-8 2 0,-6 2 468,-10 6 0,-3 2 0,-8 7 0,-3 0 222,-5 0 1,-3 7 0,-2 4 0,0 5-14,0 3 0,1 7 0,0-4 0,4 2-109,5 0 1,5-5 0,3 5 0,3 0-114,1-1 1,4-3-1,9-4 0,10 2-81,12 1 1,2 0-1,7-4 1,-1-1-117,1 0 1,-5 1-1,2-1 1,-5 1 4,-6-1 0,-3 2 0,-9 2 0,-3 1-124,-2-2 1,-1 6-1,-7-1 1,-2 2 32,-6 0 0,-8-2 1,-2 4-1,-3-4-4,-2-1 1,-1-2 0,1-4 0,2-2 33,2-4 0,-3 2 1,5-6-1,2-3 161,1-5 1,8-1 0,1-7 0,3-3-57,-1-4 0,2-7 0,9-1 0,7-4-56,4-4 0,9-9 1,-2 3-1,3 0 109,2-2 1,0 7 0,-1 0-1,0 3 164,-5 3 1,5 5-1,-4 13 1,1 3 324,-1 2 1,2 3-1,-7 9 1,-1 8-134,-3 9 1,5 4 0,0 2 0,1-1-634,0 1 0,3 0 0,-3 0 0,0 0-552,-1-1 0,-1-1 1,-6-1-1,-3-4-1255,-5-1 2098,-4-8 0,-1 0 0,0-5 0</inkml:trace>
  <inkml:trace contextRef="#ctx0" brushRef="#br0">24163 13266 8051,'0'-38'390,"0"-1"1,2 9 0,1-1 0,4 9 66,1 6 1,8 3-1,9 10 1,7-3-421,6-2 0,9 1 0,2-5 0,1-4-155,-1 0 1,-1-7 0,-3-1 0,0-3-171,-2-2 1,8 0 0,-8 1 0,0-3 16,-3-2 0,0 2 0,-8-2 0,-5 4 228,-6 5 0,-11-2 0,-5 7 0,-4 2 351,-1 1 0,-6 6 0,-4 2 0,-3 2 277,-1 3 1,0-4 0,-2 2-1,-2 2-54,-1 2 0,-7 2 0,2 4 0,-3 5-168,-2 2 1,6 9 0,-1 3 0,0 3-122,1 2 0,-2 6 0,5 5 1,3 5-36,1 3 0,8 6 0,3 1 0,4 4-61,1 3 0,7-1 1,6-7-1,6-3-162,4-1 1,6-4 0,4-7-1,-1-7-192,-2-7 0,-1-4 0,2-8 0,2-4-155,6-4 1,0-5-1,1-5 1,-1-4-151,1-4 0,-3-8 0,-2-3 0,-3-5-52,-5-4 1,-2 1-1,4-5 1,-2 2 637,-3 3 0,-3 3 0,-8 5 1,-4 5 1801,-4 3-1268,-3 2 1,-9 6 0,-1 4-59,0 8 1,0-1 0,5 6 0,-2 3-334,2 0 1,2 3 0,1 1 0,0 1-530,0 3 0,6 0 0,5-2 1,5 1-556,3-1 1,7-2 0,-2-3 0,5-2-272,4-2 1,2-6 0,5 2 0,-3-3 1138,-2-2 0,-1-13 0,-5-3 0</inkml:trace>
  <inkml:trace contextRef="#ctx0" brushRef="#br0">25674 12662 8655,'-10'-20'0,"2"1"546,2 2 1,-6 1 0,3 3-465,-4 3 1,0 6 0,2 8-1023,2 6 1,5 3 0,0 1 939,2 0 0,-4 1 0,-2-1 0</inkml:trace>
  <inkml:trace contextRef="#ctx0" brushRef="#br0">24552 13108 8051,'-5'-43'418,"0"-1"0,2 3 101,1 2 1,7 11-1,3 10 1,5 7-572,8 6 1,15-1 0,9 1 0,6 0-563,8-1 0,5 4 1,10-3 613,3 4 0,-10-6 0,3-1 0</inkml:trace>
  <inkml:trace contextRef="#ctx0" brushRef="#br0">26220 12906 8051,'-14'-14'-199,"-2"1"0,-2 2 1,-3 3-20,-1 1 0,3 3 0,-3 5 0,-1 2 345,1 2 0,4 5 348,-1-5 0,-2 6 123,2-2 1,0 4 0,5 3-1,-1 2-115,1 1 1,-1 5 0,3-3 0,0 1-20,3 4 1,1 1 0,-2 2-227,5-1 0,4 1 0,1-2-105,0-3 0,0 2-67,0-7 0,1 0 1,4-4-179,5-1 0,7-1 0,3-4 1,-3-4-92,-1-3 1,5-2 0,3 0 0,3-2-243,2-3 0,0-3 0,-1-7 0,1-3-126,0-1 0,-2-7 0,-1 2 0,-4-3 306,-1-2 1,-7 0 0,-6 1 0,-1 0 545,-4 5 1,-3-3 0,-5 7 0,-6 1 267,-7 2 0,2 2 0,-5-1 0,2 3-85,0 2 1,5-1-1,4 4 1,1-1 95,1-3 0,1 3 0,9-1-442,3-3 0,7 4 0,9 0 0,1 2-39,4 3 1,1-4-1,4 3-143,2 1 1,-3 1 0,4 4-1,-4 2 1,-1 7-61,0 7 0,0 0 1,-2 6-1,-2 3 66,-1 5 0,-1-2 0,2 5 0,-2-1 15,-3-1 0,0-1 0,-6-6 0,-1-4-45,-4-1 0,-2 3 0,-9-6 115,-3-5 1,-3-5 0,-6-8 0,-2 0 76,-3 0 1,1-2 0,-4-1 0,1-4-21,4-1 0,-3-1 0,4-7 0,4-2 58,-1-1 0,6-5 1,3 3-1,2-1-54,2-4 1,8-2 0,6-4 0,10-4 353,8 0 0,12 4 0,8-2 1,4 5 146,2 5 0,-2 10 0,-2 9 0,-4 4-268,-6 1 0,-5 12 0,-15 7 0,-5 7-630,-3 3 1,-3 6-1,-2 3 1,-3 2-905,-2-1 1,5 2 0,-1-2 1212,3 2 0,14 2 0,3 1 0</inkml:trace>
  <inkml:trace contextRef="#ctx0" brushRef="#br0">17705 15223 10061,'-8'1'-136,"4"4"0,2-2 0,2 7 165,0 1 0,-5-3 0,0 2 0,1-1 68,-3-1 1,4 5 0,-7-5-1,-1 2 34,-2-1 0,-1-1 0,0 2 0,-1-5-40,1-4 0,-2 4 0,-2 0 0,-2-4-41,-3-4 0,6 0 1,-3-7-1,6-1-12,4-2 0,-1-6 0,7 0 1,0 1-12,3 3 0,1-5 0,1 3 0,4 2-75,5 4 0,2 8 1,4-2-1,2 4-38,1 1 0,0 0 1,-3 3-1,2 5-5,1 6 0,0 5 0,-4 1 0,-1 3 76,0 5 0,1 0 0,-2 1 0,-2 2 67,-2 2 1,-5-1-1,0 5 1,-4 0 68,-4-1 0,-6-4 1,-8 2-1,-4-2 128,-5 2 0,1-6 0,-9 3 1,2-7-156,-1-4 0,-6 4 0,3-4 0,-1-3-40,0-1 0,7-8 0,2-3 1,9-3-170,4-2 78,8 0 0,3-7 0,10-2 1,4-4-132,4-2 1,3-4 0,3 0 0,4 1 194,-1 2 1,4 2 0,-6 1 0,1 4 227,0 4 0,0 3 0,-4 2 0,2 2 246,-1 3 1,-2 11 0,-2 12-1,-1 9-162,-3 5 0,3 1 1,-5 0-1,1 0-226,1 0 0,-1-7 1,7-9-1,3-13-396,5-12 0,12-17 1,8-17-1,15-14-536,-21 17 0,0-3 1,1-2-1,0-2 819,4-2 0,0-1 0,1-3 0,-2-2 0,-2-3 0,0 0 0</inkml:trace>
  <inkml:trace contextRef="#ctx0" brushRef="#br0">18583 16100 8045,'-19'-76'0,"-1"2"0,3 9 0,7 20 0,4 18 0</inkml:trace>
  <inkml:trace contextRef="#ctx0" brushRef="#br0">19403 15208 7885,'0'-14'-1533,"0"4"1566,0 1 0,0-1 361,0-4 264,0 6 222,0-5-177,0 11-402,0-4 1,0 8 0,0 2-22,0 6 0,-2 6 1,-1 8-1,-4 10 46,-1 6 0,-1 14 0,-6 5 1,3 5-294,2 5 1,-3 1-1,5 0 1,-1-4-238,-1-9 1,7-7 0,-2-12 0,4-6-505,1-6 0,4-10 0,3-8-475,1-2 0,0-2 1183,1-9 0,10-10 0,-3-7 0</inkml:trace>
  <inkml:trace contextRef="#ctx0" brushRef="#br0">19388 15252 8090,'-19'-7'347,"-2"-4"0,2-5 624,3-3 1,0 4-792,11 6 0,4 6 0,10-2 1,10 2-233,7-2 0,8-2 0,1-4 0,0 2-187,0-3 0,5 0 1,0-3-1,5 2-574,3 4 0,4-2 813,-4 6 0,7 0 0,-4 5 0</inkml:trace>
  <inkml:trace contextRef="#ctx0" brushRef="#br0">19316 15784 7988,'-19'-29'568,"0"0"0,1 2 0,9 3-152,4 5 1,5 9-1,5 6 1,4 2-482,4 2 0,8 0 0,3 0 1,3 2-157,2 2 1,0-2 0,1 3 0,2-4-432,1-1 1,3 2 0,-4 1 651,1 2 0,7 6 0,-3-3 0</inkml:trace>
  <inkml:trace contextRef="#ctx0" brushRef="#br0">19345 16100 8042,'-21'0'192,"5"-8"0,-3-4 1,3-6 348,2 0 0,6 7 0,6 3-471,10 2 0,5 1 1,14 3-1,5-1-451,3-2 1,4-4-1,4 3 1,0-1-1139,0 1 1519,7-5 0,1-4 0,6-7 0</inkml:trace>
  <inkml:trace contextRef="#ctx0" brushRef="#br0">20050 15597 7973,'-16'-39'154,"-2"3"0,-1 2 579,2 7 1,1 6 0,3 13-579,3 8 0,4 7 0,7 7 0,4 2-207,5 3 1,3-1 0,1 6 0,0 1-124,1 2 1,-1-3 0,-1 0 0,-2 0 42,-1-1 1,-6 4 0,4-5 0,0 2 85,0 0 1,-4-5 0,0 4-1,-2-2 75,-2-4 1,-2-1 0,-1-1 0,-3-3 244,-2-2 1,-2-4 0,-4-6 72,-1 0 1,1-1 0,1-4-177,4-5 1,2-2 0,7-4-121,0-4 0,2-2 0,3-7 0,4 0 0,4-1 88,1-3 0,2 2 0,2-2 0,3 2-15,1 2 1,4 5 0,7 4 0,4 2-121,0 5 1,4 9 0,-2 0 0,2 9-289,2 9 1,-6 2 0,-3 8-1,-6 4-298,-4 4 0,-3 0 0,-6 4 1,-3 0-1669,-2-4 2250,-4-2 0,1 5 0,1 2 0</inkml:trace>
  <inkml:trace contextRef="#ctx0" brushRef="#br0">20783 15180 8013,'0'-50'558,"-4"5"1,-3 0 698,-1 10 0,5 16-1047,-2 19 1,4 8 0,1 11 0,1 5-84,4 3 1,-3 4 0,4 1 0,-1 3-286,0 2 0,4-4 1,-2 6-1,1 2-449,3 6 1,-3-3 0,1 6 0,1-2-1642,-2 0 2248,5 0 0,-5 1 0,6 3 0</inkml:trace>
  <inkml:trace contextRef="#ctx0" brushRef="#br0">20798 15510 8013,'0'-35'278,"0"0"1,0-2 0,0 9 228,0 7 1,6 11 0,5 5-1,7 4-599,6 1 1,5 1 0,4 3 0,7 0-157,7 0 1,2 2 0,5-1 0,-1-2 56,1-1 0,-4-1 0,-4 2 0,-6 2 91,-6-2 0,-4-1 1,-3-2-1,-3 0 378,-4 0 1,-9-2 79,-2-2 0,-5 0 0,-1-4 231,-6 2 0,-7 1 0,-8 4 0,-1-3-147,2 0 0,1 0 0,0 9 0,-2 5-270,-1 3 0,-5 3 0,5 1 0,0 4-167,-2 1 1,5 2 0,-3 5-1,3 0-161,1 0 0,6-5 0,1 0 0,0 1-79,0 2 1,4 1 0,1-4-1,5-5-69,3-3 0,6-2 1,-2-1-1,4-4 178,2-4 1,4-3 0,0-2 0,0-2 42,2-3 0,-5-7 0,3-9 0,-1-1 65,1-4 0,-3-8 0,3-4 0,-3-4 136,-2-1 0,-1 5 1,-3 3-1,-4 3 1512,1 5-1248,-6 7 1,1 12-1,-7 15 1,2 9-444,1 8 1,2 3 0,0 2 0,2-1-837,3 1 0,4-2 0,9-1 1,2-4-71,3-1 0,2 0 0,7-5 967,2-2 0,6 4 0,-3-10 0</inkml:trace>
  <inkml:trace contextRef="#ctx0" brushRef="#br0">21862 15395 8013,'-14'-28'0,"-1"0"1119,1 4 0,0 5-307,-1 10 1,7 4-1,3 10-682,4 4 0,2 4 1,4 1-1,5 1-100,3-1 1,1 2 0,0 2 0,1 1-43,-1-1 1,0-1 0,1 1 0,-1 1-240,1-1 1,-6-3-1,-1 0 1,-1 1 68,-4 3 0,3-3 0,-1 3 0,-2-3 175,-1-1 0,-4-6 1,-3-1-1,-3 0 123,0 0 1,-4-5 0,2 2 0,-3-5 101,-1-5 0,1-3 1,2-6-1,3-2-112,2-3 1,1-4 0,6-5-1,3-1-70,0 0 1,9 0-1,0 1 1,4 0-101,1 4 1,3 2-1,0 6 1,1 2-232,4 6 0,1 4 0,1 6 0,1 4-227,0 9 0,0 2 1,-2 11-1,-2 2-207,-1 0 0,0 1 1,5-3 728,0 1 0,0 0 0,0 0 0</inkml:trace>
  <inkml:trace contextRef="#ctx0" brushRef="#br0">22754 15309 8013,'0'-37'0,"0"4"0,0 4 823,0 5 0,-2 3 0,-1 7 0,-3 1-189,-2 3 0,-2 4 0,-4 6 0,-1 2-488,1 2 1,-2 6-1,-2 9 1,-2 5-188,-3 3 1,4 4 0,-3 1 0,1 3-248,3 2 0,9-4 0,4 4 0,3-2-57,2-3 0,0-3 0,0-5 0,4-5-49,5-3 1,2-8 0,12-3 0,-1-5 282,0-5 1,-2-8 0,2-8 0,0-1 205,1-3 0,-6-3 0,2 1 0,-3 2 370,-1 1 0,-1 6 1,-1-1-1,-2 4 46,-1 6 1,-1 2-325,6 7 1,-1 13-1,-1 8 1,-2 9-66,-1 9 0,-1 2 0,6 4 0,-1 1-135,0 2 1,-1 5 0,-3-3 0,-5 1-117,-4 3 0,-9-4 0,-6-2 1,-9-3 31,-4-2 1,-8 1 0,-3 1 0,-4-2 53,-1-6 0,5-5 0,1-5 0,2-3 21,3-5 0,1-9 0,4-7 1,2-6 66,1-7 0,6-9 0,1-5 0,5-4 7,8-6 0,15-4 1,8-9-1,8-2-53,7-2 1,7-1 0,9-2 0,3 1-8,6-1 1,-28 26 0,2 0 0,3-1-1,1 0 1,1 1 0,-1-1-14,2 0 0,-1 0 1,0 0-1,-1-1 1,-3 0-1,-1-1 1,-2 0-1,-1 0-95,24-30 0,-15 4 0,-12 2 0,-5 3 4,-4-3 1,-7-1-1,-3-1 1,-2 1 218,-3 3 0,-1 3 0,-2 7 1,-2 2 90,-2 2 0,-4 11 1,-5 8-1,2 6 159,1 4 0,1-1-37,-6 6 1,7 2 0,2 10 0,1 7 7,0 8 1,-4 9 0,4 6-1,0 7-99,-1 6 1,2 7-1,-4 6 1,2-1-114,3 2 0,-4-6 0,3 1 0,0-3-29,3 3 0,1-3 0,0 3 0,0-6-369,0-4 0,1-1 0,4-6 0,5-5-190,3-9 1,3-7-1,3-11 1,5-5-97,3-4 0,3-9 0,2-6 0,3-10 88,2-8 1,-3-7-1,4-9 1,0-3 185,-1 0 1,-2-3 0,-7 7 0,-4 4 554,-5 3 0,-5 15 1,-6 2 338,-8 11 0,-8 5 0,-10 9 0,-2 4 250,-3 9 0,-1 4 0,-3 6 0,2-1-250,1 2 1,6-1 0,-1 1-1,3-4-376,2-1 1,6 5 0,3-4 0,6 1-273,9-4 0,8-3 0,17-2 0,8-1-1677,8-4 0,18-4 0,9-11 1725,-35 0 0,2-2 0,8-8 0,1-2 0,4-4 0,1-1 0</inkml:trace>
  <inkml:trace contextRef="#ctx0" brushRef="#br0">24221 15237 8013,'8'-25'0,"-3"-3"704,-4 3 1,-1-2 0,0 7 221,0 3 0,2 7 0,3 7-632,4 6 0,4 5 0,1 7 0,1-1-223,-1 0 0,1 6 0,-1 0 0,0 3-222,1 2 0,-1 1 1,-1-1-1,-3-2-494,-6-2 0,3 3 381,-3-5 1,1 2 96,-5-2 0,0-3 0,-1 1 1,-4-4 84,-5-3 0,2-2 1,-1 1-1,-2-4 207,-2-3 0,-2-9 0,1-2 0,0-4 138,-1-1 0,6-7 1,1-2-1,1-1 54,4 0 1,1 5 0,2-3-1,2-1-20,3 1 1,3 5 0,8-4 0,3 2-238,5-1 0,3 6 1,2 4-1,0 1-65,-1 1 1,6 1 0,0 7 0,-1 2-213,2 3 1,-4 3 0,2 6 0,-4 2-48,-5 3 1,2-3-1,-7 4 1,-2-3 47,-1 2 1,-8-3 0,-3 3 172,-3-3 0,-4-1 0,-3-2 56,-4-4 1,-6-2-1,-2-7 1,-2 0 48,1 0 0,7 0 0,1-2 0,1-3 5,1-4 0,0-4 1,4-2-1,0-1-61,0-3 0,4 3 0,5-4 0,5 0-3,3 1 1,3-5 0,1 5 0,4 1 106,1 2 0,-3 4 1,4 2-1,-2 5-46,-4 4 0,4 1 0,-3 1 0,-4 4 86,-3 5 0,-1 7 0,2 2 1,0-1-96,-3-2 1,-1 0 0,3 2-1,-1 1-87,1-2 1,0-6-1,2-1 1,0 0-66,3-2 1,2-2-1,-4-6 1,0 0-65,1 0 1,4-2-1,2-2 1,-1-6 8,1-3 0,-2-6 1,-3-2-1,2-1 64,1-4 1,0-1-1,-6-2 1,-2 1 161,-1-1 1,-7 0 0,2 2 0,-4 3 399,-1 5 0,-8 9 0,-4 5 0,-6 4-121,0 1 0,-2 6 0,1 4 0,3 4-323,4 5 0,1-1 0,6 6 0,2 0-453,2-2 1,1 4-1,1-5 1,4-1-461,5 1 1,4-2 0,7-4 0,8-2-189,7-4 1,12-2 0,5-7 0,1 0 1070,-1 0 0,3-13 0,-5-3 0</inkml:trace>
  <inkml:trace contextRef="#ctx0" brushRef="#br0">25717 15079 8013,'-15'-15'298,"1"1"1,4 0 0,1-1 1071,-2 1 1,-2 6-535,-2 3 1,7 5-643,4 5 0,2-2 1,4 7-1,2 1-85,6 2 1,3 1 0,1 0 0,1 1-266,-1-1 0,-4 1 1,-1 1-1,1 1-154,-2 2 1,3 1 0,-6-6 0,-2 0 114,-1 1 1,-2-1-1,0 1 1,0-1 151,0 0 0,-7-4 1,-2-1-1,-4 1 112,-2-2 1,1-2-1,0-6 1,1-1 137,3-4 1,-1-3 0,6-6-1,2-2 22,1-3 0,4 1 1,3-6-1,4 0-122,4 2 1,8-4 0,1 5 0,2 0-27,0 1 1,5 0 0,6 6 0,2 1-143,3 4 1,8 2 0,3 7-1,0 2-432,-3 3 1,-5 4 0,-4 9 0,-7 3-305,-7 1 0,-1-4 0,-9 2 0,-7 0-470,-5-1 0,-3 0 1267,0-5 0,-7-6 0,-1-1 0</inkml:trace>
  <inkml:trace contextRef="#ctx0" brushRef="#br0">26378 14762 8013,'0'-22'468,"0"-5"0,0 4 2471,0 1-2441,0 8 1,0 9 0,0 10 0,0 6 103,0 6 1,0 1 0,0 6 0,0 3-52,0 5 0,0 0 1,0 6-1,0 1-369,0-2 1,0 3-1,0-5 1,0 0-706,0 0 0,5-1 0,2-4 0,1 2-223,3 2 0,2-6 0,1-5 0,0-4-518,1-6 0,5-1 0,3-7 1264,-1-2 0,5-7 0,-4-4 0</inkml:trace>
  <inkml:trace contextRef="#ctx0" brushRef="#br0">26422 14949 8013,'-23'-16'1815,"4"-3"-673,3 3 1,10 0 0,7 7 0,14-3-1250,12 0 0,18-9 0,18-3 0,-24 10 0,2-1 107,5-1 0,1-1 0,8-4 0,2-2 0,1-2 0,1-1 0</inkml:trace>
  <inkml:trace contextRef="#ctx0" brushRef="#br0">17734 17165 8018,'-13'-9'0,"2"1"-316,2 1 1,4-4 725,-5 1 1,2-2-34,-1-3 0,2 6 0,7-1-38,0-1 0,0 3 0,2-2-3,3-1 1,-2 3-1,6-2-106,3-1 1,0 0 0,1 0 0,-2 3-229,-1 2 1,0-1 0,4 4-1,0-2-176,1 2 1,-1 1 0,0 2-1,2 0-27,4 0 1,-4 7 0,4 2 0,0 4 85,-1 1 0,0 6 0,-5 0 0,1 3 86,-1 2 0,-4 7 1,-2 4-1,-2 0 73,-3 4 1,-3 2 0,-5 1 0,-4-1 56,-4-4 1,-3-1 54,-3-4 1,3-9-62,-3 0 1,3-6 12,1-4 0,1-6 129,0-3 0,4-3-193,0-2 0,7-2-230,-2-3 0,5 4 0,7-4 83,7 3 1,2 2 0,7 0-1,-1 2-119,0 3 0,2-2 1,5 6-1,0 3 59,0 0 1,-1 3 0,1-1 0,-2 1 74,-3-1 0,-3 0 0,-7 1 0,1-1 108,-1 1 1,-6 0 0,-3 3-1,-3 1 176,-2-1 1,-7-2-1,-2-2 1,-6 1 191,-4-1 0,-3 0 0,-7-1 0,-1-2-71,-4-1 1,2-5 0,-6 3 0,-2-2 165,-2-3 0,-1-1-336,0-2 1,4-2-107,1-2 0,8-4 1,1-7-1,8 1-110,5-1 0,3 1 0,4 0 0,4-1 69,3 1 0,9-13 0,1-4 0</inkml:trace>
  <inkml:trace contextRef="#ctx0" brushRef="#br0">18741 17568 8015,'-6'-37'516,"-2"-3"0,-2 2-104,0 11 1,1 12 0,-6 23 0,1 12-413,0 11 0,-7 9 0,-1 4 0</inkml:trace>
  <inkml:trace contextRef="#ctx0" brushRef="#br0">19992 16921 8090,'0'-24'102,"0"0"0,-4 0 0,-1-4 0,0 4 803,-1 5 0,-2 5-591,-7 4 1,1 10-1,1 10 1,2 4-108,1 5 1,7 4 0,-2 6 0,4 1-147,1 4 0,0-4 0,0 3 0,1-4-260,4-5 0,3 3 0,5-4-209,-4-1 0,4 4 0,-3-5 1,1-1-1,0 1-261,-1-3 0,-2 2 1,3 0-1,-3-3-722,-2-1 1391,-1-1 0,-5-1 0,0 0 0</inkml:trace>
  <inkml:trace contextRef="#ctx0" brushRef="#br0">19618 16949 8307,'0'-24'0,"0"2"228,0 1 1,5-3 0,2 5 0,1 1 118,3 2 0,3 2-115,5 0 1,5-1-170,10 1 0,7-1 1,9 1-1,-1 0-174,1-1 1,-2 7 0,-5 4 0,-1 4-883,-4 4 1,-9 11 992,-10 9 0,3 16 0,1 4 0</inkml:trace>
  <inkml:trace contextRef="#ctx0" brushRef="#br0">19690 17568 8056,'-14'-29'109,"1"0"1,2 2 0,3 3 248,2 5 1,7 10-1,9 4 1,4 3-494,5 2 1,10 0-1,9-1 1,4-3-219,1 0 0,2-1 0,1 5 0,4-2-1019,1-3 1372,2 4 0,-2-12 0,-2 5 0</inkml:trace>
  <inkml:trace contextRef="#ctx0" brushRef="#br0">20309 17136 8056,'-10'-14'113,"2"0"1,0 1 411,0 3 1,3-1 0,-3 8-400,2 4 0,1 6 0,5 7 0,2 2-187,3 3 1,3-1-1,6 6 1,0 0-153,1-2 1,-1 4 0,0-7 0,1 0 7,-1 2 0,-1-5 0,-3 3 0,-4-3 112,0-1 1,-4-1 0,3 0 229,-4 1 0,-5-6 1,-3-1-1,-1-1 21,-3-4 0,-2-1 1,-1-2-1,-1-2 52,1-3 0,1 2 0,2-5 0,3 0-29,2 0 1,-4-2 0,5-4-1,2-2-144,2-3 1,7 1 0,5-4 0,5-1 5,3 1 1,8 0 0,1-4 0,4 4 50,0 1 1,3 3-1,0 9 1,0 4-19,0 3 0,-1 2 1,-5 2-1,-2 4-127,-3 9 0,1 1 0,-6 8 0,-1 1-758,-2 2 0,-3 4 0,-4 2 809,-4 6 0,-3 2 0,-2 3 0</inkml:trace>
  <inkml:trace contextRef="#ctx0" brushRef="#br0">20927 16906 8056,'0'-29'207,"0"1"1,0 5 475,0 4 0,7 11 1,2 10-269,4 10 1,0 4 0,-2 7 0,-1-1 37,1 1 1,-5 1-1,0 4 1,-1 1-77,0 0 0,0 0 0,-4-1 1,3 1-213,0 0 1,3 0 0,-4-2 0,3-1-278,2-3 0,-3-3 0,5 2 0,1 0-525,2 1 1,6-6 0,0 3 0,0-6-924,2-4 1,-3 2-1,4-4 1560,-1 0 0,-2-1 0,-5-7 0</inkml:trace>
  <inkml:trace contextRef="#ctx0" brushRef="#br0">21013 17165 8056,'-14'-8'0,"0"-6"0,1-7 601,3-1 1,4 1-1,8 6-162,2 1 0,11 1 0,10 4 0,7 2-857,7 1 1,2 4 0,2-3 417,0 4 0,7 1 0,1 0 0</inkml:trace>
  <inkml:trace contextRef="#ctx0" brushRef="#br0">21531 17323 8056,'-9'-14'0,"-1"0"439,-1-1 1,3 1 666,-2-1 0,9 7-763,1 4 1,1 2 0,9 2-342,1 0 1,2 0 0,1 0-1,1-2-34,-1-2 1,0 0 0,1-5 0,1-1-96,3 2 1,-3-9 0,3 2 0,-3-1-76,-1 0 1,-3-3 0,-2-2 0,-5-1 208,-4-4 0,-1 6 0,-1 0 0,-6 4 260,-7 2 1,-2 6 0,-8 3 0,0 4-57,2 1 1,-4 6 0,5 4 0,0 2 56,1 3 1,5 6-1,7 3 1,2 3-339,3 2 1,8-1 0,6 1 0,6 0-780,7 0 1,10-1 0,4 1 0,5 0-1884,5 0 2732,3-7 0,7-1 0,-1-7 0</inkml:trace>
  <inkml:trace contextRef="#ctx0" brushRef="#br0">22063 17136 8056,'-14'-20'208,"0"-1"0,-1-3 1,1 5 2584,0 3-1921,6 8 1,3 1-721,10 7 0,7 5 1,9 1-1,0 1-496,0-1 1,4 5 0,-2-1 0,1 1-525,0-1 1,-2 3 0,2-4-1,-5 4 504,-3 1 0,-3 1 0,-4-1 0,-4 1 207,-3-1 1,-4 2-1,-3 1 1,-4 3 320,-4-3 0,-8-2 0,-3-4 0,-1-3 314,1-2 1,-2-1-1,5-5-52,-1 0 0,4-6 1,1-4-1,6-4-114,6-6 1,11-2 0,9-7 0,9 1-328,8-1 1,11-5 0,11-1 0,7-2-96,6-3 1,3 4 0,2-1 0,-1 0-240,-4 0 1,-10 5-1,-10-1 1,-8 4 98,-5 5 1,-5-3 0,-5 4 0,-5-1 312,-3 0 1,-8 7-1,-3-2 1,-5 4 345,-5 6 0,-3-4 0,-6 3 1,-2-1-140,-4 1 0,0 2 0,-6 5 1,4-2 102,1 2 1,-3 2 0,5 2-149,1 4 1,2 3 0,3 8-1,4 2 104,4 1 1,-1 6 0,1 1-1,2 4-35,1 4 0,7 6 1,1-2-1,1 4-96,-1 1 1,5 5 0,-1 0 0,3-2-196,1-1 0,-4-2 0,-2 2 0,0 1-496,-1 2 1,-3-1-1,0-7 1,-2-2-794,-2 2 1,-2 0 0,-1-2 0,-3-6-1575,-2-6 2860,-2-5 0,-10-1 0,-3 3 0</inkml:trace>
  <inkml:trace contextRef="#ctx0" brushRef="#br0">22524 17237 8056,'8'-29'541,"-3"1"0,1 4 0,-1 0 21,-2-2 0,5 7 1,1 3-1,4 6-532,2 4 1,5 1 0,4 5-1,5 0-1844,5 0 1814,9 0 0,14 0 0,9 0 0</inkml:trace>
  <inkml:trace contextRef="#ctx0" brushRef="#br0">23085 17295 8109,'-10'-15'196,"0"1"1,7-1 918,-2 1 1,5 6-836,5 3 0,3-1 0,7 0 0,-1-1-102,0 1 1,2-5 0,2 1 0,1-3-153,-1-1 1,-2-1-1,-2-1 1,0-3-123,1-5 0,-6 2 0,-1-2 0,-1 0-20,-4 1 1,-1-2-1,-2 6 1,-2 1 254,-3 2 1,-3 8-1,-6 3 1,-2 4 164,-3 1 0,1 11 1,-6 5-1,0 5-25,2 4 0,1 2 1,8 2-1,4 0-321,4 0 0,3 0 1,4-1-345,3 1 1,7-2-1,9-3 1,2-5-1,4-3-581,5-1 0,-2-7 1,5-3-1,-1-4 420,-1-1 0,1-1 0,-4-6 0,1-6 547,-3-4 0,-2-9 0,-13 2 0,-4-3 0,-4-2 0,-3 1 0,-2 0 0,-2 3 380,-3 1 1,2 6 0,-6-1 3083,-3 3-2410,0 2 1,5 6-945,7 3 1,11 8 0,9 4 0,-1 1-66,2 3 1,-1 0 0,6 0 0,-2-1-274,1 1 1,-2 2 0,-1 1 0,-1-1-132,-3-4 0,-4 4 1,-3-3-1,-3 3 198,-2 1 0,-1-4 0,-5-1 0,-1 1 211,-4-2 1,-3 3 0,-6-6-25,-1-2 0,-1 3 0,-1-1 1,-3-2-1,1-1 301,-2-2 1,5-2 0,-3-1 0,3-3-92,2-2 1,1 3 0,4-5 0,4-1-556,3-2 1,4-1 0,3 0 0,6-2-519,6-4 1,7 4 0,10-3 836,4 3 0,4 2 0,1-1 0</inkml:trace>
  <inkml:trace contextRef="#ctx0" brushRef="#br0">23919 17266 8056,'-13'-15'683,"4"1"1447,4 0-1676,-3 6 1,13-3 0,-1 4-320,7-1 1,-1 3 0,0-3 0,1 0-55,2 0 0,1-1 0,0-6 0,1 1-253,-1 0 1,5-1 0,1 1-1,-3-2-109,-1-3 1,-2 1 0,-1-6-1,-2-2 172,-1-1 0,-7 3 0,2 2 0,-3 1 388,-2 4 1,-7 2 0,-2 4 0,-4 3-156,-2 2 1,-4 7 0,0 9 0,2 3 315,1 1 0,1 5 0,2 2 0,4 1-90,4 4 0,3 1 1,2 0-1,2-1-1067,3-2 0,8-5 0,9 3 0,4-1-384,4-3 0,8-2 1,2-3-1,7-4 1101,5-4 0,4-3 0,2-2 0</inkml:trace>
  <inkml:trace contextRef="#ctx0" brushRef="#br0">24494 16921 8056,'-9'-20'380,"1"1"1,1 2 2034,4 1-1919,-5 1 1,8 9-1,0 6-495,8 8 1,0 5 0,2 1 0,1 0-95,2 1 1,-4-1-1,1 1 1,-1-1-196,-1 0 1,0 1 0,-4-1-1,0 0 107,0 1 1,-3-1 0,-1 1-1,0-1 90,0 0 1,-1 1-1,-3-1 211,0 1 0,-8-6 1,3-1 255,-4-1 1,3-3 0,1-4-151,-2 0 0,4-6 1,2-4-1,4-2-143,1-3 1,0 1-1,0-2 1,0-2-48,0-1 1,6-5-1,4 5 1,3 0-39,1-2 0,2 5 0,2-2 0,2 6-207,3 2 1,1 7 0,4-2 0,1 3-274,0 2 0,0 8 0,-2 7 0,-2 6-517,-1 1 0,0 5 1,4-5 998,-4 1 0,3 4 0,-5-5 0</inkml:trace>
  <inkml:trace contextRef="#ctx0" brushRef="#br0">25372 16805 8056,'-15'-28'269,"1"-1"0,-1 2 1,1 3 2506,0 5-2466,-1 3 0,7 14 0,3 7 0,4 8-78,1 6 0,0-2 0,0 7 0,0 2 18,0 1 1,0 2 0,0 0-1,0-1-59,0 1 0,1-2 1,4-1-1,6-4-104,7-1 1,0-2-1,6-4 1,3-1-166,5 0 0,0-6 0,6-3 0,4-3-458,4-2 0,0-2 0,5-4 0,-3-7-138,-6-5 1,-1-7-1,-7 1 1,-2-5 129,-2-4 0,-7 2 0,-4-2 0,-5 1 275,-4-2 0,-4 4 0,-7-4 0,-6 7 913,-7 8 0,-5 1 1,-8 13-1,-1 2 475,-2 2 1,-2 9 0,3 4-1,2 8-71,3 2 1,-1 2 0,5 3 0,4-1-423,5-2 0,5-5 0,6 3 0,1-1-425,4-3 0,10-2 0,12-2 0,10 0-824,11 1 0,15-7 1,16-4-1,-33-2 1,2-2-822,5 0 1,1 0 0,2 0 0,0-2 1129,-1 1 1,0-2 0,2-3 0,0-3-1,-3-2 1,0 0 0</inkml:trace>
  <inkml:trace contextRef="#ctx0" brushRef="#br0">27802 12647 8289,'-14'-16'0,"0"-1"57,-1-3 0,1-3 1,1 3-1,2 3 205,1 1 1,7 1 0,-2-1 0,4-1 3,1-2 1,0-1-1,0 6 1,0 0-92,0-1 0,6 2 0,4 2 0,2 2-171,3-3 0,7 1 1,5 2-1,7 4-94,3 3 1,1-2 0,5-1 0,-1 3 7,-4 5 1,7 5 0,-7 8 0,-3 3-48,-3 5 1,-9 4-1,-4 2 1,-5 5 175,-4 8 0,-4 2 1,-9 8-1,-5 1 198,-6 2 0,-15 8 0,-1 3 1,-6 5-132,17-33 1,-2-1 0,-1-2-1,0 0 1,-1 1 0,1-1-1,-20 32 10,1-4 0,12-9 1,5-7-1,8-4 17,6-6 0,-1 4 0,8-6 1,5 3-30,6-1 0,11-1 0,6 3 0,7-3-112,7-2 1,2 3-1,2-4 1,1-2-104,-1-2 1,3-3 0,-3-1 0,-6-4-122,-5-1 0,-5 0 0,-3-2 0,-5 3 112,-3 1 1,-8-1-1,-3-1 1,-3 8 81,-2 7 0,-2 8 1,-3 4-1,-6 4 189,-7 4 0,-2 3 0,-6 2 0,4 1-89,1-1 1,-3-2 0,5-1-1,3-1 9,5 1 0,-2-2 1,5-3-1,-2-4 103,1 1 0,-1-4 0,-4 9 0,-1 2 94,1 4 0,0 3 0,-1-2 0,2 7-110,4 6 0,2-3 1,11 0-1,4-8-314,6-5 1,10-6 0,0 0 0,3 1-47,2 2 0,0-3 0,-2-1 0,-2 3 144,-1 1 0,-6 4 1,1 0-1,-3-3 118,-1 4 0,-1 3 0,0 9 0,1 3 49,-1 0 1,0 1-1,-1-7 1,-2-3 65,-1-4 0,-2-1 0,2-3 0,-6-3-113,-2 0 1,-8-6 0,-6-1-1,-5-2-51,-7-4 0,-10-2 1,-4-9-1,-7 0-149,-8-4 1,-18 0-1,25-16 1,-3-1-1,-3 1 1,-1 0-290,-4 0 1,-1 0 0,-8-2 0,-1-1 0,-4 2 0,-2 0 78,19-4 1,-1 0 0,0 0 0,-1 0 0,0-1 0,0 0 0,-6-1 0,0 0 0,0 0-1</inkml:trace>
  <inkml:trace contextRef="#ctx0" brushRef="#br0">16325 12863 8302,'4'-38'-73,"1"-1"0,6 1 1,-1-4-1,3 2-30,1 2 0,1 12 0,-3 3 1,-1 5 424,-1 4 0,-5 1 1,3 2-2,-2 1-214,-1 7 1,-7-4 0,-2 7 0,-8 2 195,-5 3 0,-5 4 0,-7 11 0,0 4-31,0 3 0,-1 3 1,-4 4-1,-4 4-124,-4 4 1,-1 7 0,0 5-1,2 6-107,2 2 0,-1 7 0,8-2 0,7 2-86,9-2 1,8-5-1,11-9 1,7-5-158,9-3 1,13-9 0,6-2 0,4-2 68,1 1 1,1-1-1,1 5 1,-2-2 180,-6-3 1,-5-1-1,-5-2 1,-1-1 111,-2 1 0,-11 0 0,-1 1 0,-4 2 68,-4 2 0,-4 6 0,-5 0 0,-6 6-16,-7 7 1,-6 11 0,-8 8 0,14-33 0,-1 2-113,-1 1 1,-1 0 0,-2 4 0,-1 0 0,-4 0-1,-1 0 1,0 2 0,0 0-152,0 3 1,1 0 0,0 0 0,0-1 0,1 2 0,1-1 0,3-5 0,1 0-80,4-4 1,1-2-1,-8 22 1,15-11-1,5-8-32,4-4 1,2-14 0,4-2 0,6-9 20,7-4 0,6-5 0,9 3 1,6 0 91,2 0 1,7 1 7,0 5 1,6 1 117,-1-1 0,0 7 1,-4 3-1,-7 5 300,-5 4 0,-8 12 1,-9 13-1,-4 7-216,-8 6 0,-6-28 1,-2 3-1,-2 2 0,-1 2 1,-2 3-1,-1 1-87,-2 4 1,-2 0 0,0 0 0,-2 0 0,-2 2 0,-1 1 0,0-1 0,0 0-326,-2 0 0,0 0 0,2 3 0,-2 0 315,-1 0 0,-2-1 0,-1 0 1,-1-1 88,-2 1 1,0 1 0,-3 0 0,0 0 0,1 3 0,0 1 0,1 1 0,-1 1 25,1 2 0,2 0 0,4-4 0,2-1 1,1 2-1,3-2 0,2-6 0,3-1-191,0-7 0,4-2 1,6-3-1,4-3 0,20 25 1,16-7-393,13-9 0,-17-34 0,3-4 1,5-3-1,2-2 0,4-4 1,2-2-235,2-5 1,1-3 637,-1-5 0,0-3 0,5-5 0,-1-3 0,-2-1 0,-1-1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21301 4043 8100,'0'14'-132,"0"1"0,0-1 1,0 1 410,0-1 0,0-4 1,0-1-1,0 2 69,0 2 0,0 3 1,0 3-1,0 7-12,0 6 1,-6 6 0,-2 10 0,-2 5-160,1 3 1,-1 8 0,-4 1 0,-1 3-88,1-1 0,-1-7 1,3 1-1,2-6-180,5-7 0,4-12 1,1-7-122,0-8 0,0-13 151,0-8 1,0-7 0,1-8 0,3-6-52,0-8 1,1-6 0,-5-10 0,0-1-58,0-2 1,0-7 0,0 4 0,0-2 37,0 1 1,-2 0 0,-1 0-1,-3 4 99,-2 3 1,3 2 0,-3 0 0,0 3 217,0 6 0,5 7 0,-2 16-122,4 6 1,1 15-1,0 18 1,1 11-269,4 7 1,8 7 0,6 9 202,-2 5 0,6 10 0,-12-37 0,0 0 0</inkml:trace>
  <inkml:trace contextRef="#ctx0" brushRef="#br0">21287 4388 8009,'-15'0'-806,"6"0"0,-1 0 806,-1 0 0,3 0 0,0-1 0,0-2 0,0-2 0,3-2 0,-4 3-38,-3-6 1,6 2-1,0-2 133,-1-1 1,6-2 0,-4-1 168,3 0 0,2 4 0,0 1 5,0-3 0,2 4 0,1-1 20,2-2 0,1 3 57,-1-2 0,-3 5 265,2-4-482,-2 5 0,-2 4 0,0 12-60,0 5 0,0-1 0,0 3 0,0-3-67,0-1 0,0-1 0,0 0-260,0 1 0,2-1 0,1 1-362,2-1 0,1-6 0,-1-3 620,4-4 0,4 6 0,2 1 0</inkml:trace>
  <inkml:trace contextRef="#ctx0" brushRef="#br0">21272 4259 7961,'-1'-14'0,"-2"-1"19,-2 1 0,0-1 0,3 3 756,-2 2 8,2-3-612,-11 12 0,10 1 1,-5 11-1,2 6 13,2 7 1,1 10 0,0 4 0,-2 5-127,2 5 1,0-1 0,0 4 0,-2 0-21,2 0 1,1-3 0,2 5-1,0-2-207,0-5 0,0 1 1,2-15-1,1-3-429,2-4 0,6-14 363,-2-1 1,-2-13 0,-1-8 0,-1-7 213,0-6 0,0-10 0,-5-6 0,0-4 45,0-4 0,1-5 0,2 3 0,2 1 28,-2-1 0,-1-4 0,-2 1 1,0-1 167,0 1 1,0 5 0,0 10 0,0 6 1265,0 6-1298,0 12 0,0 20 0,0 13 1,0 9 70,0 5 0,0 9 0,0 7 0,0 2-123,0 4 0,0 1 0,0 0 0,0-2-193,0-1 1,0 1 0,0 7-1,0 1-100,0-1 0,0-8 0,0-5 0,0-5-830,0-5 679,0-9 0,0-18 0,0-16 0,0-14 2,0-11 1,2-15 0,1-12 0,3-11 125,2-7 0,2 0 0,-4 35 0,1-1 0,-2 0 1,1 0 160,3-39 1,-5 37 0,0 0 0,2 1 0,0 1 0,-2-1 0,0 2 282,2-30 0,-1 14 0,-7 24 257,-3 13 1,-3 19-1,-4 19 1,0 13 13,3 8 1,-1 14 0,-4 4 0,1 1-259,3 0 0,2-1 1,5-1-1,-2 2-395,2 4 0,3-4 1,5 3 117,5-3 0,9 5 0,3 2 0</inkml:trace>
  <inkml:trace contextRef="#ctx0" brushRef="#br0">21330 4216 8051,'2'-15'-415,"1"1"339,2 0 1462,-1-1-161,-4 1-325,0 6-560,0 8 0,7 6 1,4 4-181,6-5 0,7-5 0,10-4 0,8-2-62,9-2 0,8-2 0,14-6 0,2-1-88,2-2 0,3 4 0,-8 7 1,-8 0-216,-8 0 1,-5 5-1,-5-2 1,2 4-139,-1 1 1,-7 4-1,-4 3 1,-1-1 26,-3 1 1,-3-3-1,-5-2 248,-5 3 1,-4-2-12,-6 7 326,-2-7 0,-9 3 1,-1-4 71,-2 3 0,0-2 1,5 8-1,0 3 1,0 4 0,0 8 0,0-1 0,0 7-75,0 7 0,0 4 1,0 5-1,0 3-82,0 0 1,0 5-1,2-3 1,1 1-94,2-1 0,0-4 0,-5-5 0,0-1 27,0 0 0,0 3 0,0-1 0,0-5-46,0-3 1,0-4 0,-2-4 0,-1-2-391,-2-3 1,0-3-276,5-7 636,0-6 66,0-1 1,-1-7 0,-4 0 0,-5 0-28,-2 0 0,-4 6 0,-2 2 0,-3 2-53,-1-1 1,-4-1 0,-6 5 0,-3-2-63,-2 0 1,-1 10 0,-5-6 0,-2 1-37,-3 0 1,3-2 0,-2 0 0,0 1 43,-1-1 0,2 5 0,-8 1 1,-6-3 100,-5-1 1,1-1 0,2 1-1,3 1 0,1 2 0,4 0 0,6-6 1,8-2-41,3-1 0,7-7 1,-4 2-1,4-5 0,1-5 0,2-3 1,3-8-1,3-3-61,0-5 0,5-5 1,-1-4-1,4-6-251,3-2 0,6-4 1,-4-5-1,1-5 297,4-6 0,-5-8 0,0 3 0</inkml:trace>
  <inkml:trace contextRef="#ctx0" brushRef="#br0">24135 4547 7795,'-15'0'-279,"1"0"1,4-5 1342,1 0-198,5 0 94,-2 5-222,6 0-644,0 0-77,6 0 0,2 0 0,7 2 0,1 1 1,3 2 1,3 0-1,9-4 1,2 2 1,6 2 0,4 0 0,5-7 0,6-1-5,7-2 1,6-6 0,10 3 0,-37 4 0,1-1-29,1 0 1,1 0 0,3 1-1,1 0 1,-1-1 0,0-1-1,-1 2 1,0 0-38,-4 1 0,-1 0 0,37-4 0,1 4 0,-34 0 0,0 0 38,5-2 1,1 2-1,-2 0 1,0 1 0,2-3-1,-1 0 1,-1 0 0,-1-1-34,-3 0 1,1-1 0,3-1-1,0 0 1,1 0 0,-1-1-1,3-1 1,-1 0 51,0 2 1,-1-1-1,-7 1 1,-1 0-1,36-7 1,-10 1-30,-3 0 0,-11 6 1,-1 1-1,-7 3 6,-6-1 0,-6 0 1,-9 5-183,-5 0-55,-9 0 0,-5 0-519,-10 0 1,-3 0-888,-6 0 1659,6-6 0,-5-2 0,5-7 0</inkml:trace>
  <inkml:trace contextRef="#ctx0" brushRef="#br0">26148 4014 8016,'-22'-20'298,"1"4"1,7-2 167,-1 7 1,7 6-1,4 10-338,2 4 1,4-1 0,4 2-1,7 1 151,4 2 0,9 1 0,-1 1 0,6-3-137,2-2 0,3 3 1,-4-5-1,1 1-23,-1 1 1,3-5 0,-1 3 0,-1 0-67,2 0 1,-3 0-1,7 3 1,-1-1-133,-1 1 0,3-3 1,-7 1-1,1 3-55,1 0 1,-11 1 0,2-2 0,-7-1-37,-5 1 1,2 2 0,-9 0-32,1-4 202,-5-2 368,3-7-72,-12 0 0,3 0 0,-7 0-224,-1 0 0,-2 0 1,-1 1-1,-2 2 80,-4 2 0,1 11 0,-8 0 0,-3 5-45,-1 5 0,-5 7 0,-3 6 0,-2 2-128,-2 2 1,4 7-1,2 3 1,2 3-412,3 1 0,2 2 0,3 2 431,3 1 0,-3 1 0,4-6 0</inkml:trace>
  <inkml:trace contextRef="#ctx0" brushRef="#br0">28335 3453 10415,'0'15'244,"0"-1"0,4 7 0,3 6 0,1 10 108,3 11 1,0 19 0,-1 11 0,-7-34 0,-2 2-158,1 3 0,-2 2 0,0 5 0,-2 2 0,1 2 0,-2 1 0,-2 0 1,0-2-141,-1 0 1,-1-3 0,0-6 0,0-2 0,0-1-1,0-1 1,-6 34-268,3-12 0,4-2 0,6-20 0,0-4-24,0-7 1,0-6 0,0-5-690,0-5 1,0-11 464,0-8 0,0-13 1,0-12-1,0-9 28,0-9 1,1-8 0,4-10 0,3-5 299,0-4 1,5 0 0,-8 29-1,-1 0 1,2 0 0,0-1 85,-2 0 1,1-1 0,2-1-1,-1 0 1,-2 0 0,0 0 0,1 0-1,0 0 84,0 2 1,-1 0 0,-1-38-1,2 5 1,-3 12 177,-2 12 0,0 13 0,0 4 1,0 5 91,0 5 1,0 4 0,-2 5 0,-1 1-107,-2 0 0,0-1 0,5 1 175,0-1 0,0 6-201,0-1 1,7 5 0,2-3-59,4 2 0,6 1 0,2 5 0,3 0-18,6 0 0,6 0 1,8 0-1,4 0-70,5 0 1,9 0-1,6 0 1,3 0-54,6 0 0,-32-2 1,1-1-1,5 0 1,1 0-1,0 0 1,1 0 23,1 0 0,-1-1 0,-3-1 1,-1 1-1,-2 1 0,-1 1 1,-1 0-1,-1 1-70,0 0 1,-1 0-1,1-1 1,0-1 0,32-2-1,-1 2-63,-1 2 1,-10 1 0,-8 0 0,-13 0 27,-13 0 0,-1 0 0,-5 1 0,2 2 91,-2 2 0,-2 5 0,-5-4 0,3 2 13,-3 3 0,-1-3 1,-1 2 15,-1 1 1,-4 0 0,-2 1 0,0-3 71,0 2 0,-5 4 0,2 2 1,-4 4 48,-1 1 1,0 2 0,-1 5 0,-3 0-79,0 0 1,-6 4-1,4 1 1,-1-1 11,1 3 1,-1-6-1,4 5 1,-2-1 111,2-1 1,2 6 0,1-6-1,0 1 32,0 1 0,4-5 0,1 6 1,-2-3-48,-1 1 1,3-1-1,0-4 1,-4 0-132,-4 0 1,0 4 0,-7 1 0,-1-2-111,-2-2 1,-3-1-1,-1 0 1,-4-1-45,-2 1 1,4-2-1,-3-1 1,0-4-20,-1-1 1,1 3 0,-4-5 0,2-1 16,-1-2 1,-2-2 0,-2 1 0,-2-1 83,-2 0 0,-10 1 1,-10-2-1,-6-2 116,-8-2 0,-5-4 0,31-1 0,-1 0 0,1 0 0,0 0-27,0 0 1,-1 0 0,-4 0 0,-1 0-1,-4 2 1,-1-1 0,-5 0 0,-2 0-133,-2 0 0,-1 1 0,3 0 0,0 1 0,6 0 0,1 0 0,0 1 1,0-1-147,-1 0 1,0 0 0,3-2 0,1-2 0,2 0 0,2-1 0,-29-1-463,18-1 0,24-8 0,13-6 0,13-8 686,9-5 0,2-5 0,9-7 0,4-6 0</inkml:trace>
  <inkml:trace contextRef="#ctx0" brushRef="#br0">28550 4072 8023,'-27'-5'-22,"3"0"1,3-4-1,7 4 688,0 2 0,9 1-269,10 2 1,6 0 0,18 0 0,6 0-50,5 0 0,16-2 0,6-4 0,7-7-180,3-4 0,-28 4 0,3-1 0,3 0 0,2-1 1,5-4-1,3-1-130,4-2 1,1-2 0,0 1 0,1 0 0,3-3 0,1-1 0,0 1 0,-1 1-170,0 1 0,0 1 0,-5 0 1,-1 0-1,-6 6 0,-3 2 0,-7 1 1,-2 1-657,29-8 0,-20 12 0,-12 5 0,-13 8-2,-13 5 1,-8 9-1,-12 2 1,-5 4 788,-10 7 0,-12-4 0,-2 11 0,-1 4 0</inkml:trace>
  <inkml:trace contextRef="#ctx0" brushRef="#br0">28306 4547 8058,'-15'0'590,"3"-7"-343,2-2 0,13-3 0,18 1 1,19 0-119,19-5 0,-20 6 1,4-1-1,9-4 1,3-2-1,5-1 1,1 0 106,4-4 1,1 0 0,5-1 0,0 0-1,2 1 1,0-1 0,2 1 0,2 0-288,-1 0 1,-1 0 0,-2 0 0,-2 0-1,-9 4 1,-2 2 0,-3 0 0,-1 0-68,-1 0 0,-1 2 1,-2 1-1,-2 2 1,-4 0-1,-2-1 1,31-8-418,-15 2 0,-15 4 1,-11 4-1,-4 4-203,-1-1 1,-15 7 0,-11 0-105,-14 8 0,-17 7 842,-16 4 0,-5-10 0,-9 4 0</inkml:trace>
  <inkml:trace contextRef="#ctx0" brushRef="#br0">28550 4676 8058,'-22'0'0,"3"0"506,3 0 0,5 0 0,7-1-471,14-4 0,22 3 0,17-4 0,11-1 155,7-2 0,-27 1 0,1-2 1,3 0-1,0-1 0,3 0 0,2-2-103,4-2 0,1 0 0,6 0 0,1 0 0,8-4 0,0-1 0,-1 1 0,0 0-183,-3 1 1,-1-1 0,-5 1 0,-1 1 0,-5 2 0,-1 1 0,-1 0 0,-1 1-248,-2 1 1,0 0 0,-4 2 0,-2 1-1,27-1 1,-20 6-396,-13 2 0,-11 2 0,-12 3 738,-3 7 0,-9-4 0,-6 13 0,1 0 0</inkml:trace>
  <inkml:trace contextRef="#ctx0" brushRef="#br0">28478 5093 8035,'8'-19'269,"7"0"1,15-7-1,21 3 1,20-5 101,-29 14 1,3 0-1,7-3 1,0 0-1,4-1 1,0 1-1,4-1 1,2-1-130,4-1 0,2 0 1,-1 1-1,2 1 0,3-1 1,1 0-369,-2-1 1,-1 0-1,0 2 1,0 1 0,4 0-1,-1 0 1,2 1 0,-1 0-1,1 0 1,0-1-1003,2-1 0,1-3 1128,-21 4 0,1-2 0,0 1 0,2 0 0,2 1 0,0-1 0,4-2 0</inkml:trace>
  <inkml:trace contextRef="#ctx0" brushRef="#br0">29068 5655 7919,'0'-15'-725,"0"1"1063,0-1 1,5 6 94,0-1 1,1 5 635,-1-4-902,-4 6 0,6-2 1,-7 10-12,0 4 1,0 4 0,0 3 0,-2 3-59,-3 5 0,-3 10 1,-8 4-1,-1 4 22,-2 1 0,-7 6-30,2 4 0,-3 8-51,-2 1 1,-6 5 0,-3-4-1,-4-1 32,-1 2 1,0-13 0,0-1 0,0-10-14,-1-5 1,1-2-1,0-5 1,2-3-33,2-1 0,4-5 0,6 5 0,1 2-48,-1 1 1,6-4 0,3-4-1,0-3 23,1-2 1,-5 0 0,5-1-1,2-3-19,1-5 0,1-4 0,1-1-182,-1 0 1,7-1-1,4-4-314,2-5 1,4-3 0,2-1-1,6 0-137,3-1 1,3 1 0,1 0 0,2 1 359,-1 3 1,3-1 0,-2 5 0,-1-1 290,-2 1 0,-2-4 0,0 5 0,7-6 0,2 3 0</inkml:trace>
  <inkml:trace contextRef="#ctx0" brushRef="#br0">28219 6834 7848,'-35'-16'293,"-3"-1"1,-2-2-155,2 1 0,7 8 0,6 6 0,-2 4-418,-1 4 1,-2 4-1,9 8 1,0 2 380,1 1 1,-6 0-1,2-4 1,-5 1-10,-4 3 0,1-1 0,-8 6 1,-3 0-82,-4-2 0,-13 3 0,-4-5 1,-10-3 56,34-8 0,-1-2 0,-2 1 0,1-1 0,0 0 0,-1 0 0,2 0 0,1-1 33,-37 3 1,-3 3-1,39-9 1,-1 0-1,-2 0 1,0 0-24,-1 1 0,-1-1 1,1 0-1,1-1 0,-36-2 1,6 1 13,5 4 1,-2-3 0,-8 2 0,-1-2-81,39-2 0,-1 0 0,1 0 0,-1 0 1,-39 0-1,4-2-38,3-2 1,2 0 0,-1-4 0,-4 0-8,37 4 0,-1 0 0,0 2 0,0 0 0,-35-8 30,8-1 0,8 3 0,1 0 0,-4 0 0,-4 0 35,-3-3 0,-2-2 1,2-2-1,2-1 51,6-3 1,5 2 0,4-7 0,5 0-27,3 1 0,0-4 1,-3 3-1,-3-3-18,0-2 1,2 0 0,5 1 0,3-1-61,3 0 0,-1 0 0,9 2 1,3 2-21,0 1 1,4 4-1,-1-2 1,0 0 32,2-1 1,-5 6-1,3-2 1,-5 3 5,-5 1 0,4-4 0,-4 0 0,4 1 5,1 2 1,5 0 0,0-1-1,0-4-47,2-2 0,1 6 0,7-4 58,-1 0 1,3 5 0,1-3 0,1 5 0,0 3 104,2 1 0,-4 5-39,2-4 0,-1 4 127,1-5-168,-3 7 1,12 3 0,-4 10-2,3 2 0,1 9 0,-2 3 0,-2 5 94,2 4 0,1 9 0,0 6 0,-1 0-16,-2 2 0,-1 2 0,3 12 0,-2 7-72,2 4 0,-4 0 0,3-8 0,-1-5-139,-2-2 1,6-11 0,-4-7-88,3-12 1,2-16 180,0-14 0,0-8 1,0-11-1,0-5-153,0-3 0,-1-15 0,-2-5 18,-2-8 1,0-9-1,5-3 1,0-3-1,0-1 49,0 4 0,0-1 0,0 5 0,0 4 76,0 5 1,-1 1-1,-3 10 1,0 8 589,0 7-514,3 8 0,2 12 1,6 3 92,7 3 0,0 9 1,7 1-1,0 1 39,3 1 0,3-1 1,4 6-1,1-1-2,1 1 1,2-1-1,-3 0 1,2 1-158,-2-1 1,4 0 0,3 1 0,2-1-500,3 1 1,0-7 0,7-4 459,12-2 0,15-8 0,-31 2 0,0 0 0</inkml:trace>
  <inkml:trace contextRef="#ctx0" brushRef="#br0">23372 8921 8136,'-8'-15'367,"0"6"394,4-1 1,-3 1-161,-2-6 1,-4 7-198,3 3 1,2 5-1,-1 7-79,-3 7 0,4 9 1,-1 12-1,-2 8-65,-2 8 1,0 11 0,4 6-1,4 2-182,3 2 0,2 0 0,2-4 0,4-5-215,8-10 1,7-15 0,10-9 0,2-10-45,6-8 1,4-5 0,3-7 0,4-5 3,1-9 1,1-7-1,4-12 1,-3-4-101,-5-4 0,-5-7 0,-4-4 0,-6-6 208,-2-8 1,-11 6-1,-5-8 1,-9 5 54,-4 2 1,-10 4 0,-7 9 0,-7 4 148,-5 8 1,-8 5 0,-5 5 0,-7 3-15,-5 5 0,0 4 1,0 6-1,-3 4-259,-1 3 1,-1 15 0,3 8 0,6 9-219,9 9 0,9 4 0,7 7 1,9 7-1970,8 9 2325,11-2 0,15 6 0,11-5 0</inkml:trace>
  <inkml:trace contextRef="#ctx0" brushRef="#br0">25645 8806 8019,'0'-36'-28,"-5"8"0,-1-3 0,-2 7 306,-4 4 1,0 0 0,-3 8 0,1 2 276,0 5 0,-1 5 0,1 5 0,-1 5-211,1 2 0,0 14 0,-1 4 0,1 5 14,-1 5 0,6 4 0,1 4 1,2 3-196,2 0 0,8 0 1,4-5-1,4 4-127,9 1 0,6 0 0,7 0 1,4-7-158,4-9 0,1-5 1,0-3-1,0-4-73,0-9 0,-4-6 0,-1-10 0,4-2 27,4-6 1,3-14-1,4-8 1,-5-8 89,-3-9 1,-4-7 0,-2-7 0,-7-2 84,-7-1 1,-10-4 0,-11 3 0,-5-4 48,-9-1 1,-7 2-1,-18 3 1,-9 6 139,-7 7 0,-8 11 1,-5 12-1,-3 11-70,3 10 1,3 21-1,2 16 1,-1 18-295,28-16 0,1 3 0,1 4 0,1 3 0,4 1 0,2 1-71,3 1 1,2 1 0,4 0 0,2 1 0,2-1 0,-1 0 0</inkml:trace>
  <inkml:trace contextRef="#ctx0" brushRef="#br0">29097 8518 8029,'0'-29'62,"0"0"1,0 0 0,0 2 0,0 3 280,0 5 0,-2 5 0,-3 3 14,-4 1 1,1 7 0,-2-2 0,1 5-140,1 5 1,-4 4 0,6 11-1,-2 4 73,-3 3 1,5 8 0,1 5 0,3 6 17,2 7 0,2 8 0,3 1 0,4-3-205,4-4 0,3 1 0,5-4 1,6 1-150,5-5 1,8-2 0,-2-14 0,5-4-51,5-8 1,3-10 0,5-7 0,-1-8 43,-3-9 0,-5-8 0,2-12 0,-1-6-45,0-6 1,-5-1 0,-6-5 0,-2-3 97,-3-1 1,-9-8-1,-9-1 1,-13-1 59,-13 4 1,-14 3 0,-23 3 0,-9 5 4,-7 7 0,-6 9 0,-2 13 0,-6 7-137,37 11 0,-2 2 0,-3 2 0,-2 2 0,-1 2 0,1 3 0,3 4 0,3 3-652,1 4 0,4 4 1,6 5-1,5 4 722,2 4 0,2 2 0,-1 0 0,3 3 0,5 4 0,3 3 0,2 2 0,0-1 0</inkml:trace>
  <inkml:trace contextRef="#ctx0" brushRef="#br0">23703 11050 8062,'-14'-29'166,"-1"-4"0,3-1 0,0 4 1583,3 4-1198,6 12 0,-4 9 0,6 10-266,-4 4 1,2 12 0,-7 8 0,0 9-15,2 9 1,-3 4-1,6 8 1,2 2-120,2 1 0,2 5 0,4-4 0,8-4-153,9-5 1,5-6-1,15-9 1,3-8-151,-1-5 0,6-7 0,0-9 0,-1-9-42,1-9 1,7-8 0,-3-14 0,1-5 126,1-8 1,-7-2-1,1-9 1,-4-4 6,-3-3 0,-9-6 1,-17 3-1,-5-1 20,-8-4 0,-10-5 1,-10 4-1,-13 9 87,-12 10 0,-15 8 0,-13 6 1,-6 10 9,34 18 1,1 2-1,-39-1 1,2 11 0,4 8-294,1 13 0,2 10 0,4 11 1,10 1-439,12 2 0,15 11 0,16 0 1,15 4 672,15 1 0,25-2 0,-13-33 0,1 0 0</inkml:trace>
  <inkml:trace contextRef="#ctx0" brushRef="#br0">25961 10676 8073,'0'-29'0,"0"1"256,0-1 1,0 0-1,0 2 1,-1 3 1870,-4 5-1677,3 9 0,-4 12 0,6 14 0,0 9 166,0 7 1,2 13-1,1 0 1,3 4-268,2 6 1,2 1 0,4 1 0,2 1-436,3-1 1,-1 6 0,6 1 0,1 1-931,3 4 0,-6 1 643,-3 2 1,-3 0 0,-2 0-1</inkml:trace>
  <inkml:trace contextRef="#ctx0" brushRef="#br0">29442 10446 8100,'-14'-29'0,"-1"0"0,1 2 104,-1 3 1,-4 8 0,0 8 509,2 2 0,1 9 1,0 13-1,-2 11-191,-1 10 0,0 8 0,6 6 0,2 8-60,1 5 1,7 1-1,-2 4 1,5-3-204,5-2 0,11-4 1,13-7-1,7-6-9,6-7 0,3-7 0,1-9 0,2-5-165,-2-3 0,4-8 1,-2-5-1,-2-7-139,-1-11 1,4-12-1,4-11 1,2-5-19,-3-5 0,-2 1 1,-9-6-1,-4-1 138,-8-2 0,-8-8 1,-12-1-1,-9-2 115,-13-1 1,-17 3-1,4 30 1,-5 3-1,-2 1 1,-3 3-89,-4 1 0,-2 4 1,-2 4-1,-1 4 1,0 6-1,0 4 0,0 2 1,-1 3-290,2 2 1,-1 4 0,-4 4 0,0 4 0,1 7 0,0 4 0,3 4 0,1 3 294,3 4 0,2 3 0,-2 2 0,2 1 0,5 1 0,1 1 0,-1-1 0,1 0 0</inkml:trace>
  <inkml:trace contextRef="#ctx0" brushRef="#br0">24278 13093 8050,'-6'-22'0,"-4"1"76,-2 0 1,2 5-1,1-3 703,-3 3 1,6 7-234,1-1 1,4 8 0,1 2-1,0 10-67,0 8 1,6 10-1,2 12 1,2 7-113,-1 5 1,1 4 0,4 4 0,-1 0-383,-4 3 0,4 5 1,-3 0-1,1 0-284,-1-1 1,1 4 0,-5-4 0,1 2-972,-1-2 1,-1-8 1269,-5-6 0,6-7 0,2 4 0</inkml:trace>
  <inkml:trace contextRef="#ctx0" brushRef="#br0">26522 12935 7993,'-14'-24'255,"-1"0"0,1 11 1,0 0-1,-1 5 44,1 5 0,4 3 0,2 5 0,2 6 142,3 7 0,0-1 0,-1 9 0,0 3-43,0 3 1,3 6 0,1-3-1,0 2-165,0 3 0,0 2 1,1 1-1,4 0-192,5 0 0,-2-1 1,1-2-1,3-4-184,0 0 1,7-8-1,2-5 1,2-1-96,2 0 0,-2-9 1,2 0-1,4-5-34,3-5 1,8-4 0,-2-9 0,4-9 2,1-7 1,-2-9 0,-2-5 0,-4-6 50,0-7 0,-11-3 0,-2-3 0,-9-3 292,-8-6 1,-11-3-1,-12-3 1,-14 2 205,-14 6 0,14 38 1,-3 4-1,-3 1 1,-3 4-1,-1 3 1,-2 2-97,-1 2 1,-1 3 0,3 4 0,1 2 0,-33 6 0,8 15-203,9 14 0,19 16 1,13 11 17,8 11 0,20 9 0,6-36 0,0 0 0</inkml:trace>
  <inkml:trace contextRef="#ctx0" brushRef="#br0">29384 12460 8153,'0'-43'378,"0"8"1,0 6 132,0 8 0,0 13 1,0 12-1,0 13-305,0 15 0,-6 16 0,-2 8 0,-2 6-65,1 4 0,4 1 1,-3 7-1,2 2-69,3-35 1,3 0-1,6 36 1,8-5-1,10-10-57,8-8 0,11-11 0,12-12 1,5-10 9,8-12 0,10-14 0,-35-1 1,0-2-1,4-4 0,0-2-26,3-3 0,0-2 0,-6 0 1,-2-2-1,-3-5 0,-1-1 1,-5 0-1,-3-2-10,25-32 0,-6-1 0,-9-7 0,-8 0 82,-13 5 1,-11-1 0,-14 2 0,-12 1-25,-13-2 0,-14 5 0,15 28 0,-3 1 0,-1 3 0,-2 2-74,-3 1 1,-2 4 0,-5 3 0,-4 4-1,-5 3 1,-2 2 0,1 3 0,-1 2-231,2 3 0,1 5 0,7 6 1,3 5-1,4 8 0,2 4 0,3 3 1,3 3 256,2 6 0,2 2 0,3 1 0,1 2 0,-3 4 0,1 2 0,0 1 0,-1 0 0</inkml:trace>
  <inkml:trace contextRef="#ctx0" brushRef="#br0">24926 15640 8087,'-2'-27'-181,"-3"3"1,4-2 0,-4 7 364,3 1 265,2 9 0,7 15 1,1 13-1,1 9 71,1 5 1,-5 9 0,3 9-1,-2 3-177,-3 5 1,-1 9-1,-1 0 1,3 6-451,0 3 1,1-1-1,-3-4 1,1-1-429,2-4 1,6-6 0,-3-14 0,3-8 534,4-7 0,-4-10 0,10-1 0</inkml:trace>
  <inkml:trace contextRef="#ctx0" brushRef="#br0">27313 15352 8052,'-6'-30'0,"-4"-2"417,-2-2 1,2 2 0,2 8 30,2 5 0,2 13 0,9 11-222,5 12 1,4 10 0,4 9 0,2 7 0,1 8 43,0 5 1,-2 1 0,-4 1 0,-1-1-445,0 1 0,-1 4 0,-2 2 0,-3 3-503,-1 7 1,-2-2 0,-5 6 676,0 1 0,0-6 0,0 5 0</inkml:trace>
  <inkml:trace contextRef="#ctx0" brushRef="#br0">30478 14964 8156,'-7'-71'0,"-1"6"1111,0 7 0,-3 30 1,5 28-1,-1 28-739,1 27 0,1 18 1,5-31-1,0 1 0,0 3 1,0 2-471,0 4 1,0 2-1,1 3 1,0 2-382,0 5 1,2 2 0,4 9 0,1 2 0,-1-19 0,1 0 0,-1 0 0</inkml:trace>
  <inkml:trace contextRef="#ctx0" brushRef="#br0">27040 7957 8074,'-5'-21'0,"0"-1"-105,2-1 0,2 2 0,-1 7 171,-3 0 1,4 7 0,-4 7 10,3 8 1,4 11 0,1 5 0,3 5 69,2 5 0,0 4 0,4 8 0,-3 4-23,2 1 0,2 2 1,2 6-1,-1 3-49,0 6 1,5 10-1,-8-36 1,-1 2 0,1 4-1,1 0-32,0 4 1,1 0 0,1 0-1,-1 0 1,2 3 0,-1 2-1,1 1 1,-1 2-124,0 4 0,1 0 0,1-2 0,1-1 0,0 1 0,0-1 0,-1-3 0,1-1 70,1-2 1,0 1-1,-2 2 1,-1 0 0,4 2-1,-1 0 1,0-2 0,-1-1-11,-1-3 1,0-2 0,0-5 0,-1 0 0,-1 1 0,0 0 0,1 1 0,-1 1-35,1 2 1,-1 0 0,-2-4 0,-2 0-1,0 1 1,0 0 0,-2-3 0,0 0 72,-1 0 1,0-1-1,0 7 1,0 0-1,1 0 1,-1-1-1,0 1 1,0 0-4,0-2 0,0 0 1,0-5-1,-1 0 0,0-1 1,-1 0-1,0-2 1,0 1 27,0 1 1,1-1-1,0-2 1,1 0 0,0 2-1,0 0 1,1-1 0,-1-1 30,7 39 0,-7-39 1,1 0-1,8 37 1,-8-36-1,1-1-67,1 1 0,-1 0 0,2 1 0,-1 0 0,-1 0 0,1 0 0,2-2 0,0 0-25,1-1 0,1 0 0,15 27 0,0 2 0,-2-4 10,-3 2 1,2 8 0,-6 2 0,0-2 69,-4-1 1,1-1 0,-9 2 0,-3-34 0,0 0-18,0 4 0,-1 0 1,0-3-1,0 0 1,2 6-1,-1 0 0,0-3 1,-2 0-51,1-2 0,-1 0 0,2 1 0,-1 0 0,0 1 0,-1-1 0,1 3 0,0-1-55,1 1 0,1 1 0,0-4 0,1 1 0,0 1 1,2-1-1,0 0 0,1 0-8,2 0 0,0 1 1,-1-2-1,0 0 1,1 2-1,0 0 1,1 0-1,1 0 15,2-1 0,0 1 0,-1 0 0,1 0 0,1-1 0,-1-2 1,0 1-1,-1 0 31,-1-1 0,0-1 1,1 0-1,-1 1 1,0 1-1,-1 1 1,0 1-1,0-1 50,-1 0 0,0 0 0,-3-4 0,0-1 0,10 39 0,-3-1-13,-9-37 0,0 0 0,0 2 0,-1 0 0,0 1 1,-1 0-1,0-1 0,0 0-132,6 37 1,-3-5 0,1-3 0,3 2-898,0 3 1013,3-10 0,2 8 0,1-10 0,-1 6 0,3 4 0</inkml:trace>
  <inkml:trace contextRef="#ctx0" brushRef="#br0">22912 10201 8089,'-10'0'-168,"1"0"0,7 0 0,4 0 231,11 0 1,14-1 0,11-3 0,5 0 8,5 0 1,5-2 0,9 0 0,9-2-31,9-4 0,-34 6 1,2 0-1,6-2 1,2 0-1,1-1 0,0 0-35,0 0 0,1-1 1,0-3-1,0 0 0,2 2 1,0 0-1,2-1 1,-1 0-151,1 0 1,-1 0 0,3 0 0,-1 0 0,-3-2 0,-1-1 0,2 1 0,0-1 115,2 1 0,0 0 0,3-3 0,1 0 1,2 1-1,1 0 0,-5 1 0,-1 1 53,-1 1 0,-1 1 0,2 1 0,1-1 0,5 0 0,1-1 0,0 1 0,0 1-5,-1 1 1,-1 0 0,5-2 0,-1 0-1,-3 1 1,-1 1 0,5-1 0,1 0-67,0-2 0,2 0 0,-22 4 0,0 0 0,1 0 0,-2-1 0,1 1 1,-1-1-1,1 0 0,0 0 0,0 0 71,0-1 1,0-1-1,1 1 1,2 0 0,2 1-1,-1-1 1,3-2-1,1 0 1,-1-1 0,1 0-1,0 0 1,0 1-120,0-1 1,-1 0 0,1 0 0,1-3-1,0 0 1,0 0 0,0 2 0,0 1 0,0 0-1,0-1 1,1 0 0,-1 0 117,2 0 0,0 0 1,0 0-1,-1 1 1,-1-1-1,1 1 1,2 0-1,0 0 0,0 0 1,-2 1-1,0 0 1,0 1-9,0 1 1,0 0 0,0-1-1,-1 1 1,-1-1 0,0 0 0,-1 1-1,-1 0 1,0 0 0,0 0-1,0 0 1,-1 1-95,-1 0 0,0-1 0,-1 1 0,-2 1 0,0-1 0,-2 1 0,20-6 0,-2 1 0,1-1 0,1 1-24,-4-1 1,-1 1 0,-7 3 0,-3 0 0,-10 2 0,-4 0-1,34-3-304,-14 2 1,-14 7 0,-11 0 404,-14 6 0,-12 2 0,-14 9 0,0 3 0</inkml:trace>
  <inkml:trace contextRef="#ctx0" brushRef="#br0">30564 7367 8106,'-7'-29'-723,"6"0"1,-4 2 1369,3 3-472,2 3 0,0 15 0,0 7 0,0 11-11,0 5 1,0 9 0,2-2 0,1 5-61,2 4 0,1 6 1,-1 8-1,3 6-49,0 3 1,0 3-1,-5 5 1,4 10-49,-3-33 0,0 3 1,-2 6-1,1 2 1,1 3-1,1 2 1,1-1-1,-1 1-92,2 2 0,-1 1 1,1-2-1,1 0 0,-1 4 1,0 1-1,0-1 0,0 1 95,0-1 1,1-1-1,-1-3 1,0-1 0,0-3-1,0-1 1,1 1-1,-1 1 24,0 2 0,0 1 0,0 1 0,-1 0 0,0 2 0,-1 0 0,0-4 0,0 1 23,0-1 0,1-1 1,0 2-1,1-1 0,0 3 1,0 0-1,1 1 0,0 0 2,2-2 1,-1 0 0,0-1 0,0-1-1,2-4 1,2 0 0,0 2 0,-1 0-19,2 2 0,0 0 1,2-1-1,1 1 1,0-2-1,0 0 0,-1 0 1,0-1-26,-1 2 1,0 0 0,0-1-1,-1 0 1,0 6 0,1 0 0,-2-2-1,1 0-5,-2-2 0,0 1 0,1 4 0,1 1 0,-3-4 0,0 0 0,1 3 0,0-1-33,0 2 1,0-1 0,-1 0 0,1 1 0,0 1 0,1 1 0,-1-1 0,-1 0-20,-1-1 0,0-1 0,1-1 0,-1-1 0,-1-1 0,0 1 0,0 0 0,1 1 7,-1 1 0,-1 1 1,3-1-1,-1 0 0,0-4 1,1 0-1,0-1 0,2 1 11,2-1 1,0 1-1,0 2 1,1 0-1,2-1 1,2 0-1,-1-3 1,0 0 8,-1-5 0,1 0 1,2 0-1,0 1 1,-1-2-1,0 0 1,1 3-1,1 0 1,-1-1 0,1 0 0,-1-3 1,-1-1-1,-3-6 0,-2-1 1,2 0-1,0 0-8,-1 0 0,0 1 0,0 2 0,-2 1 0,0 1 0,0 0 0,-2-2 0,1 0 44,-1-3 0,0 1 0,7 36 0,5-4 0,2 1-20,1 1 0,-15-34 0,0 0 1,-1-2-1,0 0 0,0 0 0,1-1-29,10 38 0,-4-6 0,1-8 0,-2-7-53,3-4 1,-4 0-1,3-2 1,-3-1-44,-2 1 0,-4-8 1,-2-9-1,0-4-1,0-5 0,-5-3 0,2-7 143,-4 0 0,-1 1 204,0-1 0,-1-1 0,-3-2 0,-2-3-104,-2-1 0,-3 4 1,-7-3 54,-1 0 1,-6 5 0,-1-5-173,-6 0 1,0 4 0,-6-2 0,-4 3 0,-3 1-144,-3 1 1,-11 4-1,-1 1 1,-9 1 42,-9 0 0,33-10 1,-2-1-1,-2-1 1,-2-1-1,-2 2 1,-1 0 54,0-1 1,-1-1-1,-3 0 1,-1 0-1,0 0 1,-1-1-1,-5 0 1,-2 0-87,0 0 0,-1 0 1,-6 2-1,1 0 1,-1-1-1,1 0 1,-4-1-1,0-1 175,-2 0 0,-2 0 1,25 0-1,0 0 0,-1 0 1,-1 0-1,-1 1 1,0-1-1,-2 1 0,0-1 1,-1 0-96,1 1 1,-1 1-1,0-2 1,-3 0 0,-1 0-1,0 0 1,5 1-1,0 1 1,0-1 0,-4 1-1,-1-1 1,0 1 84,-1-1 1,-1 1 0,0-1 0,0 0 0,-1 1 0,0-1 0,0 2 0,-1-1 0,1 1 0,3-1 0,0 0 0,0 0-31,0 0 0,0 1 0,0-1 0,3 0 0,0 0 0,0-1 0,-3 0 0,0 1 0,0-1 0,2 1 0,0-1 1,0 1-22,2-1 0,-1 1 1,1-1-1,3-1 0,-1 0 1,2 1-1,2 1 1,1 0-1,0 0 0,-1 0 1,1 0-1,0 0-166,-1 0 0,0-1 0,0 1 0,0 0 0,1 1 0,1-1 1,-22 2-1,0-1 0,3 0 0,-1 0 120,0-1 1,1 0 0,5 0 0,0 0 0,3 0 0,-1 1 0,1 1 0,-1 0 68,0-1 0,0-1 1,2-2-1,1-1 1,5 0-1,1 0 0,3 0 1,0 1 35,0 1 1,1-1 0,-1-1 0,1 0 0,-3-1 0,1 0 0,4 0 0,0 0-2,4 0 0,1 0 0,3-2 0,2 0 0,-31 6 0,0 0 201,0 0 1,0-4-1,2 0 1,6-2-200,11-2 0,7-2 1,15-2-1,7-8 332,7-5 1,-1-6-1,9-5 1,-3-3-357,3-2 1,-4 2 0,5-4 0,-2 2 261,1-1 1,-1-4 0,-4 4 0,-1 2-266,1 2 1,0-6-1,-2-3 1,-2-6 62,-1-3 1,-5-8-1,3-2 1,0-7-137,1-6 1,-6-5 0,2-1-1,-1 0 38,13 38 1,0 0 0,-2-4-1,0 0 1,2-6 0,0-2 0,-1-1-1,-1-1-74,0-2 0,-1 0 1,2-2-1,-1 2 0,1 2 1,1 0-1,0-3 1,0-1 80,-1-4 0,0-1 1,0-2-1,-1 0 0,0-4 1,1 0-1,-1 1 1,1 1-24,-2-3 1,1 1 0,1-1 0,-1 0-1,-5-6 1,-1 0 0,1 0 0,-2 1-137,1 0 1,-1-1 0,-3-1 0,0-1 0,-1 2 0,0 1-1,0 1 1,-1-1 162,-1 1 0,0 1 0,0-2 1,0 1-1,0 1 0,1 1 0,2 4 1,0 2 31,1 3 1,1 1 0,1-2 0,-1-1 0,-1 1 0,0 0 0,-2 2 0,-1 1-45,-2 2 1,-2 2-1,0 2 1,-1 2 0,2 7-1,-1-1 1,0-1 0,-1-2 42,0 0 1,0-1 0,2 1 0,2 1 0,3 1 0,0 1 0,2 3 0,1 1-114,1 3 0,2-2 0,0-3 0,1-1 0,1 0 0,1-1 0,-1-2 0,0 0 13,0 0 0,-1 0 1,-1 1-1,1 1 0,0 2 1,2 0-1,-2-1 0,0-1 53,1-1 0,0-2 1,-2-2-1,1-2 0,0 1 1,0 0-1,2 2 0,0 0 14,2 1 1,0 0 0,0 4 0,-1-1 0,2-2 0,0-2 0,-1 1 0,1-1 58,0 1 1,0-1 0,-1 4 0,0 1 0,-8-32-1,-1 4 43,-4 1 1,4 2-1,0 2 1,1 6 79,3 3 1,-2 1 0,-1 1 0,0 1-158,0 3 0,-3 8 1,5 7-1,1-4 271,2-4 0,2 1 1,1-4-1,4-1-281,4-3 1,3-1-1,2 0 1,0 3 156,0 1 0,2 4 0,1 7 0,4 4-267,1 0 0,-1 5 1,5-2-1,-4 6 264,-2 7 1,4 3-127,-6 1 0,3 7 0,-2 5-26,4 6 1,4 5 0,1 7 0,1-1-14,-1 1 1,2-6-1,3 1 1,5 1-45,3 2 1,10-5-1,6-3 1,12-4 22,10-1 1,14-1 0,-34-2 0,2-1 0,0-2 0,1-2 28,0-3 1,1-1-1,7-2 1,1 0-1,7-3 1,0 0-1,6-2 1,1 0-130,2-2 1,1 0 0,3-3-1,1 0 1,-4 0 0,1 0 0,-23 8-1,2 1 1,-1 0 131,2 0 0,0 0 0,0 0 1,3 0-1,1 1 0,0 0 1,-1 0-1,0 0 0,0 0 1,1 1-1,0 0 0,0 1 2,1 0 1,-1 1 0,1 0 0,3 1 0,1-1 0,0 0 0,0 1-1,0-1 1,1 0 0,1 0 0,1 0 0,0 0-134,0 0 1,0 1 0,0-1-1,1-1 1,1 1 0,-1-1-1,-2 0 1,0 0 0,0 1-1,2-2 1,2 1 0,0 0 123,3-1 1,0-1 0,1 1-1,0-1 1,0 0 0,0 0-1,3 0 1,1 0 0,-1-1-1,-2 1 1,0-1 0,0 1-4,-1-1 1,0 1 0,0 0-1,5 0 1,1 2 0,0-1-1,-1 1 1,1 0 0,0 0-1,-19 3 1,0 0 0,1 0-1,-1 0 1,0 1 0,1 0 0,0 0 1,-1 0-1,19-2 0,1 0 1,-1 0-1,1 0 0,0 1 0,0-1 1,-19 3-1,-1 0 0,1 0 1,-1 0-117,1-1 0,-1 1 0,1 0 0,-1 0 0,3-1 0,0 1 0,0 0 0,0 0 0,-1 0 0,0 0 0,0 0 0,-1 1 1,-1-1-1,0 1 0,0 0 0,0 1 117,2 0 0,-1 0 0,1 0 0,-1 1 0,-1-1 0,0 0 0,0 0 0,0 0 0</inkml:trace>
  <inkml:trace contextRef="#ctx0" brushRef="#br0">29025 7338 8027,'0'10'-141,"0"-1"0,0 1 1,1 3 439,4-4 1,-2 2 0,9-6-113,4-2 1,4-1-1,12-4 1,8-4-75,13-8 0,9-7 1,12-8-1,-36 15 1,1-1-324,1 1 0,1-1 0,2 1 0,0 0 0,3 0 0,0 0-158,1 2 1,1 1-1,5-1 1,0 3 0,1 2-1,1-1 1</inkml:trace>
  <inkml:trace contextRef="#ctx0" brushRef="#br0">12441 14057 8072,'-14'-14'-25,"-1"-5"1,3-2-1,0 0 217,3 0 1,-1 2 0,-3 5 0,2-1 352,2 1 0,4 4-166,-5 1 0,6 6 250,-6-2-639,7 3 0,-4 9 0,6 4 0,-2 6 52,-2 7 1,-2 8 0,4 5 0,-2 5 24,2 7 0,2 7 1,1 7-1,0 2-11,0 1 1,0 4 0,1-4 0,6 1 1,7 0 1,5-8-1,8-1 1,0-9-62,4-4 0,2-7 0,-1-3 0,2-4 32,-2-9 1,3-11 0,0-6 0,2-3 103,3-2 0,-3-7 0,1-2 1,2-6-25,2-4 0,-4-3 0,-1-7 0,-2 0-48,-3 0 1,-8 1 0,-5 1 0,-5 1-22,-4 2 1,1 2 0,-6-4 0,-2 2-103,-1-2 0,-2-2 0,0-6 0,-2-4-168,-3-4 0,2-3 0,-5-4 0,0-9 121,0-7 0,-2-1 0,-4 1 0,-2 1 229,-3 3 0,-3 2 0,-9 4 0,-2 6 5,-6 6 1,3 11 0,-3 3 0,-1 8 19,-1 5 1,-1 8-1,4 3 1,4 4-156,4 1 0,-4 1 0,1 4 1,1 5-99,1 3 0,3 6 0,-1 2 0,-2 1 50,-2 4 0,9 2 0,-2 6 0,7 6 30,5 6 0,-2 7 0,11 8 0,2 3 22,1 1 1,4 4 0,3 6-1,4 3-86,4 2 0,6-13 0,2-4 1,1-12-78,4-6 0,3-8 0,3-5 1,1-7 122,-1-6 1,-1-9 0,-3-5 0,1-4 103,0-1 0,4-1 0,1-3 0,0-2-43,1-2 1,-3-2 0,6-2-1,0 0-26,-1 3 0,3-1 0,-5-4 1,0 0-5,1-1 1,-9 1 0,-8-1 0,-3-1 72,-2-3 0,-6 0 0,-3-8 0,-3-4 84,-2 1 1,-12-11-1,-2-6 1,-4-9-114,-2-13 1,-3-4 0,9 31-1,0-1 1,-1-1 0,1 0-23,-1 0 1,1 0 0,0 0 0,-1 0 0,1 2 0,0 0 0,-1 2 0,1 1 173,-15-28 0,2 11 0,1 18 0,2 7-132,-1 11 1,-2 10 0,-2 23 0,0 19-376,0 22 1,11-15 0,-1 4-1,-1 11 1,-1 4 0,-2 8-1,0 4 326,7-19 0,1 2 0,-1 1 0,-1 4 0,0 2 0,0 1 0,0 4 0,0 0 0,0 0 0</inkml:trace>
  <inkml:trace contextRef="#ctx0" brushRef="#br0">13074 15223 8123,'-6'-8'-357,"4"0"1,-4 5 612,-1-2 0,6-2 0,-6 4 718,1-2 62,4 1-219,-4 4-465,6 0-483,0 0 167,6 0 1,-3 0 290,7 0-239,-7 6 0,4-3 0,-6 5-74,4-1 1,-2 4-1,7-2 30,1 4 1,-3 0 0,2-2-27,1-1 1,-3 1-1,1 6 1,4 3 0,3-1-15,3 2 1,0-1 0,-3 6-1,2 0 32,1 4 0,5-6 1,-3 5-1,0-2 7,0 0 1,2 2 0,-3 0 0,-1-2-10,2-3 1,-5-2 0,4-4 0,1 1-50,3-2 0,-2-1 0,1-1 0,-1-1-11,1 1 0,1-1 0,4 0-23,1 1 1,-2 4 0,-1 0-1,-2-1 1,1-1 32,3 3 0,-4 0 0,-1 6 1,1-2 5,-1 1 1,4-2 0,-3 1 0,3 0 11,2-2 0,-5-1 1,0-7-1,3 1 5,5-1 1,-2 1 0,4-3 0,-2 0 40,1-3 0,-1-4 0,5 4 0,-2 3-45,-3 0 1,3 3-1,-1-1 1,-2 1-83,-2-1 0,-1 0 0,1 1 0,4-1-1,4 1 0,4-1 1,1 0-1,0-1 9,0-3 0,1 1 0,-1-6 0,0-2 60,0-1 0,-1-2 0,-4 0 1,-5 0 39,-2 0 1,-1 0-1,2 0 1,3 0 84,2 0 0,-2 0 1,7 0-1,4 0-76,4 0 0,-4 0 0,2 0 0,-3 0-84,-2 0 0,0-2 1,-1-1-1,-3-2-35,0 2 0,-6-4 0,6 1 0,2-2 18,6-3 0,-1-2 0,5-1 1,0-1 52,0 1 0,-3-2 1,3-3-1,-3-4 31,-6 1 1,0-4-1,-7 5 1,1-1-3,4-3 0,4 2 0,2-1 1,2 0-1,-2 2 1,1-5 0,-1 3 0,0-4 3,-4 0 1,-1-1 0,-7 0 0,-2 0-11,-2 1 0,-6-1 1,-1 0-1,-1 0-16,0 0 1,-3-1 0,4-3-1,-2-6 7,-4-2 1,1-4 0,-1-2 0,3-2 43,-3-2 1,-1 4-1,-1 1 1,-1 4 14,0 4 0,-4 6 1,-1-1-1,1 2-94,-2 2 1,3-1 0,-6-4 0,0-4-50,1-3 0,-4-4 1,4-2-1,-1-2-7,0-2 0,4-4 1,-4-4-1,0 2 37,1 5 1,-2 5-1,4 2 1,-2 0-4,-3 3 0,-1 10-302,-2 4 0,-2 12 0,-1 12 0,-3 9-1877,-2 10 2232,4 5 0,-8 9 0,4 0 0</inkml:trace>
  <inkml:trace contextRef="#ctx0" brushRef="#br0">17418 13180 8119,'-15'-15'-6,"3"1"1,0 1 0,4 2 142,2 1 0,-4 5 0,4-3 0,-2 0 125,-3 0 1,3 5 0,-2-2-40,-1 4 0,-2 1 0,-1 0-64,0 0 0,-1 6 0,1 4 0,-1 4 58,1 5 0,4 5 0,1 10 1,-2 4-14,-2 4 0,3 12 0,2 4 0,0 4-95,0 7 0,5 0 1,1-29-1,-1 1 0,2 41-48,1-2 0,0-8 1,1-10-1,4-4-19,5-6 0,7 3 0,4-9 1,0-4-24,0-7 0,9-2 0,0-2 0,5-7 94,5-7 1,7-1-1,2-13 1,1-4-37,-1-7 0,6-7 0,-3-4 0,4-6-43,2-7 0,-1 0 1,3-7-1,-1-1-144,-2-1 0,2-1 1,-12 2-1,-6 2-58,-6-2 0,-6-2 1,-5 1-1,-5-1-76,-3-1 0,-8 2 0,-1-14 1,-3-2 43,1-4 0,0-1 0,-5 4 0,-2 0 109,-2 1 1,-6 1-1,-7 2 1,-4 2 223,-2 3 1,-7 1 0,-10 5 0,-8 0 34,-9-1 1,-7 9-1,-8 5 1,-2 6-92,-2 3 1,4 8-1,0 9 1,8 4-234,5 4 0,3 12 1,1 13-1,4 9-359,2 9 1,9 6 0,11 9 0,10 5 514,8 3 0,4 2 0,7 0 0</inkml:trace>
  <inkml:trace contextRef="#ctx0" brushRef="#br0">17159 13568 8132,'-29'-6'186,"7"2"0,3-5 1,3-1 1546,1 2-1434,7 2 1,8 6 0,11 0 0,7 0 82,6 0 1,9-2-1,6-4 1,4-8-22,5-9 1,8-4-1,6-3 1,-3-4-235,-4-4 0,5-10 0,-2-5 0,1-3-359,-29 28 1,-1-2-1,0-1 1,0 0-1,-1 0 1,1 1-1,27-26-739,-3 7 1,-5 14 0,-11 11-2400,-9 12 3370,-12 22 0,-16 12 0,-8 15 0</inkml:trace>
  <inkml:trace contextRef="#ctx0" brushRef="#br0">17260 13755 8096,'-20'-1'783,"1"-4"1,0-2 0,6-4-314,4 2 1,2 4 0,10-3 0,7 0-127,9 0 0,8-7 0,8-5 0,9-4-13,7-7 0,5-4 0,1-8-324,1 0 0,-1 1 1,2 2-1,4 3 1,2 2-545,1 3 1,3 2 0,-9 4 0,-5 6-788,-11 5 1,-8 10 0,-14 2 132,-8 6 1,-12 12 1190,-12 9 0,-15 3 0,-6 2 0</inkml:trace>
  <inkml:trace contextRef="#ctx0" brushRef="#br0">17389 13798 8096,'-56'18'77,"5"-2"0,9-5 679,12-3 1,8-3-365,7-5 1,10 0 0,10 0 0,14-2-119,12-3 0,7-4 0,10-10 0,5-5-22,3-3 1,1-9-1,1-2 1,-1-2-444,1 2 0,1-4 0,3 5 0,5-1-308,4 0 0,-34 21 0,1 2 0,32-17 0,-9 6-1271,-10 7 1,-14 9 1769,-8 5 0,-20 17 0,-10 4 0</inkml:trace>
  <inkml:trace contextRef="#ctx0" brushRef="#br0">17475 14100 8096,'-27'10'324,"3"0"1,3-7 96,7 2 0,8-4 0,6-2 0,9-3-87,9 0 0,4-8 0,8 1 1,2-5 35,2-3 0,6-6 0,0 1-283,6-4 0,-1 0 0,6-1 1,2 0-1,4 0-732,3 0 1,3-4-1,-2 1 1,-5 3-400,-6 4 0,-12 7 0,-6-1-475,-6 3 1519,-12 8 0,-14 1 0,-8 7 0</inkml:trace>
  <inkml:trace contextRef="#ctx0" brushRef="#br0">17446 14273 8096,'-36'8'0,"7"-1"578,10-7 0,22-7 0,13-4 0,14-7-53,13-6 1,2-3-1,8-2 1,1 1-347,2-1 0,10 0 0,7-1-629,-31 13 0,1 0 0,0 2 1,0 1 128,3 0 1,-1 0-1,-1-4 1,0 0 0,-1 3-1,1 0 1</inkml:trace>
  <inkml:trace contextRef="#ctx0" brushRef="#br0">17979 14187 8027,'-15'-7'5,"6"4"0,-1-5 51,-1 2 1,5 3 0,1 7 0,3 6-160,2 3 0,0 3 0,0 3 0,0 5 129,0 3 0,0 3 1,0 2-1,0 2 15,0-2 1,5 3 0,0 0 0,-2 2 4,-1 3 0,-2-3 1,0 1-1,0 2 44,0 2 1,0 3 0,0 1-1,0 3-28,0 3 1,0-1 0,0 3-1,0-1-49,0 1 0,0-3 1,0 1-1,-2-3 17,-3-3 1,2 1 0,-7-2 0,1 1 12,1 0 1,-3-9 0,4 6 0,-1-1-12,-3-1 1,-2 1 0,-1-2 0,-1-3-31,1-2 1,-5 0 0,0-3 0,1 2-38,2-2 0,2 0 0,-1-1 0,1 5 23,0 0 0,-1-2 0,1 3 0,-1 0-19,1-1 1,-5-4-1,0 2 1,0-4 19,-2-1 0,3-2 1,-6-1-1,-1-2 36,-3 1 0,0 1 0,-3-1 0,-1-1 23,-1 2 1,-7 1-1,3 0 1,-1-1-20,-1-2 1,7 0 0,-1 5-1,3-1-9,1 1 0,2-5 1,1-1-1,4-3-44,1-2 1,-5 3 0,4-2 0,-2-1-58,0-2 0,-5-2 0,-6 0 1,-2 1 45,-3-1 0,-1-4 1,-2-1-1,-2 2 71,-3 2 0,3 2 1,-3-1-1,4-1 6,0-4 1,6 4-1,0-3 1,-2 3 1,-2 1 0,-7-4 0,-4-1 0,-3 1-28,-2-2 1,-1 5 0,-1-5 0,-1 1-17,5 1 1,5-2-1,8 3 1,-2-2 4,-3 3 1,-3-6-1,-8 0 1,-2-1 35,-1 0 0,-2 5 1,5-4-1,1 0 3,7 1 0,5 2 0,2-4 1,0 0-33,-4 1 1,-5-4 0,-8 3 0,-1-2-15,1 2 0,0-4 0,2 4 0,2-3 5,6-2 1,4 0 0,3 0 0,-4 0 59,-5 0 0,-5 0 0,-2 0 0,-3 0-24,3 0 1,-1 0-1,3 0 1,4 0-20,8 0 0,4 5 0,-1-1 0,-2 0-11,-3-3 1,2-6 0,-5-1 0,0 0 9,-1-1 0,6-4 1,-2 1-1,5-2 9,5-3 0,-2 1 0,6-1 0,2 1 31,2 0 0,-1-1 0,-1 1 0,-3-2-32,-1-3 0,-3 3 0,-4-5 0,1 2-30,4 0 1,1-2 0,5 2 0,-1-4-22,1 1 0,6-5 1,4 3-1,1-3 5,4-2 1,-4 5 0,2 0 0,1-2 0,2-1 0,6-2 1,1 0 6,-2 1 0,-2-1 0,0-1 0,2-2 0,3-2 38,2 2 1,-4 2-1,5 1 1,0 0-6,-1 0 0,4 1 0,-2-3 1,2-1-19,2-1 0,0-6 1,-2 4-1,-1 0-21,-2 0 1,1-5 0,4 1 0,0-1-6,0 2 1,0 3-1,-2 6 1,-1-1-14,-2-4 1,0 5 0,5-1 0,0 4-10,0 1 1,0-1 0,0-1 0,0 0-4,0-3 0,0-2 1,0 3-1,0 0-40,0 0 0,0-6 1,0-2-1,0-1-22,0 0 1,0 6 0,0-4 0,2 3-20,3-1 1,-4 2 0,6 8-1,-3 5 128,1 3 0,0 8 0,-5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984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  <a:endParaRPr lang="en-US" dirty="0"/>
          </a:p>
          <a:p>
            <a:r>
              <a:rPr lang="en-US" dirty="0"/>
              <a:t>Define Algorithm, Draw Diagram, Examples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  <a:endParaRPr lang="en-US" dirty="0"/>
          </a:p>
          <a:p>
            <a:r>
              <a:rPr lang="en-US" dirty="0"/>
              <a:t>Faster CPUs, Larger Memory, Parallel processing, Smaller transistors…. Ask Question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  <a:p>
            <a:r>
              <a:rPr dirty="0"/>
              <a:t>End by asking whether there is another computational paradigm beyond classical.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Explain quantum simulators such as Qiskit Aer.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Stress that quantum computing changes the model of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Avoid heavy mathematics; focus on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Transition to algorithm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201150" cy="1143000"/>
          </a:xfrm>
        </p:spPr>
        <p:txBody>
          <a:bodyPr/>
          <a:lstStyle/>
          <a:p>
            <a:r>
              <a:rPr dirty="0"/>
              <a:t>Foundations of Quantum Algorithms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80237B-4148-59C0-AC95-1F715CDE2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F2E01E-70B3-F578-F19D-81AC817B9C45}"/>
                  </a:ext>
                </a:extLst>
              </p14:cNvPr>
              <p14:cNvContentPartPr/>
              <p14:nvPr/>
            </p14:nvContentPartPr>
            <p14:xfrm>
              <a:off x="2428200" y="1648440"/>
              <a:ext cx="7724880" cy="340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F2E01E-70B3-F578-F19D-81AC817B9C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8840" y="1639080"/>
                <a:ext cx="7743600" cy="342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646920" cy="1143000"/>
          </a:xfrm>
        </p:spPr>
        <p:txBody>
          <a:bodyPr/>
          <a:lstStyle/>
          <a:p>
            <a:r>
              <a:rPr dirty="0"/>
              <a:t>Why Do We Need Quantum Algorithms?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B11112-2749-3458-F9FF-791B8C455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F4FAAD-E62C-02A5-E9D1-70CD4B3B3C8B}"/>
                  </a:ext>
                </a:extLst>
              </p14:cNvPr>
              <p14:cNvContentPartPr/>
              <p14:nvPr/>
            </p14:nvContentPartPr>
            <p14:xfrm>
              <a:off x="1454760" y="1740960"/>
              <a:ext cx="10030320" cy="439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F4FAAD-E62C-02A5-E9D1-70CD4B3B3C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5400" y="1731600"/>
                <a:ext cx="10049040" cy="441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Classical Algorithms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4574E8-948D-F0BF-45AB-9C72C61A2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ABF5F9-8A87-9184-8D04-5B0AE58C0755}"/>
                  </a:ext>
                </a:extLst>
              </p14:cNvPr>
              <p14:cNvContentPartPr/>
              <p14:nvPr/>
            </p14:nvContentPartPr>
            <p14:xfrm>
              <a:off x="2968560" y="462240"/>
              <a:ext cx="8515800" cy="5380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ABF5F9-8A87-9184-8D04-5B0AE58C07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9200" y="452880"/>
                <a:ext cx="8534520" cy="539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Classical vs Quantum Paradigm</a:t>
            </a:r>
            <a:r>
              <a:rPr lang="en-US" dirty="0"/>
              <a:t> – Common Misconception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DC98D7-9BA2-4F47-F7CC-319BD3DF7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56203B-38E4-16DB-6F42-4A6B5D50A445}"/>
                  </a:ext>
                </a:extLst>
              </p14:cNvPr>
              <p14:cNvContentPartPr/>
              <p14:nvPr/>
            </p14:nvContentPartPr>
            <p14:xfrm>
              <a:off x="2081520" y="1461600"/>
              <a:ext cx="9698400" cy="4941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56203B-38E4-16DB-6F42-4A6B5D50A4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2160" y="1452240"/>
                <a:ext cx="9717120" cy="495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Quantum Computing?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6D8B83-5926-CC36-931A-92277B38C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3585CB9-DC9D-5D71-49B6-8A4A142F69B8}"/>
                  </a:ext>
                </a:extLst>
              </p14:cNvPr>
              <p14:cNvContentPartPr/>
              <p14:nvPr/>
            </p14:nvContentPartPr>
            <p14:xfrm>
              <a:off x="3008160" y="1351800"/>
              <a:ext cx="7239240" cy="5358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3585CB9-DC9D-5D71-49B6-8A4A142F69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8800" y="1342440"/>
                <a:ext cx="7257960" cy="537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Bits to Qubits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Classical Bit: 0 or 1</a:t>
            </a:r>
          </a:p>
          <a:p>
            <a:pPr>
              <a:defRPr sz="2400"/>
            </a:pPr>
            <a:r>
              <a:rPr dirty="0"/>
              <a:t>Quantum Bit (Qubit): |0⟩, |1⟩, or a superposition of both.</a:t>
            </a:r>
          </a:p>
          <a:p>
            <a:pPr>
              <a:defRPr sz="2400"/>
            </a:pPr>
            <a:endParaRPr dirty="0"/>
          </a:p>
          <a:p>
            <a:pPr>
              <a:defRPr sz="2400"/>
            </a:pPr>
            <a:r>
              <a:rPr dirty="0"/>
              <a:t>Comparison:</a:t>
            </a:r>
          </a:p>
          <a:p>
            <a:pPr>
              <a:defRPr sz="2400"/>
            </a:pPr>
            <a:r>
              <a:rPr dirty="0"/>
              <a:t>• Classical: Definite state</a:t>
            </a:r>
          </a:p>
          <a:p>
            <a:pPr>
              <a:defRPr sz="2400"/>
            </a:pPr>
            <a:r>
              <a:rPr dirty="0"/>
              <a:t>• Quantum: Probability amplitudes until measurement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87CA46-4119-BA96-BEDB-DB3627A2D802}"/>
                  </a:ext>
                </a:extLst>
              </p14:cNvPr>
              <p14:cNvContentPartPr/>
              <p14:nvPr/>
            </p14:nvContentPartPr>
            <p14:xfrm>
              <a:off x="4385520" y="1222560"/>
              <a:ext cx="7311600" cy="506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87CA46-4119-BA96-BEDB-DB3627A2D8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6160" y="1213200"/>
                <a:ext cx="7330320" cy="507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Blocks of Quantum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Quantum algorithms exploit:</a:t>
            </a:r>
          </a:p>
          <a:p>
            <a:pPr marL="0" indent="0">
              <a:buNone/>
              <a:defRPr sz="2400"/>
            </a:pPr>
            <a:r>
              <a:rPr dirty="0"/>
              <a:t>• Superposition</a:t>
            </a:r>
          </a:p>
          <a:p>
            <a:pPr marL="0" indent="0">
              <a:buNone/>
              <a:defRPr sz="2400"/>
            </a:pPr>
            <a:r>
              <a:rPr dirty="0"/>
              <a:t>• Interference</a:t>
            </a:r>
          </a:p>
          <a:p>
            <a:pPr marL="0" indent="0">
              <a:buNone/>
              <a:defRPr sz="2400"/>
            </a:pPr>
            <a:r>
              <a:rPr dirty="0"/>
              <a:t>• Entanglement</a:t>
            </a:r>
          </a:p>
          <a:p>
            <a:pPr>
              <a:defRPr sz="2400"/>
            </a:pPr>
            <a:endParaRPr dirty="0"/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170</Words>
  <Application>Microsoft Office PowerPoint</Application>
  <PresentationFormat>Custom</PresentationFormat>
  <Paragraphs>31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Foundations of Quantum Algorithms</vt:lpstr>
      <vt:lpstr>Why Do We Need Quantum Algorithms?</vt:lpstr>
      <vt:lpstr>Types of Classical Algorithms</vt:lpstr>
      <vt:lpstr>Classical vs Quantum Paradigm – Common Misconception</vt:lpstr>
      <vt:lpstr>What is Quantum Computing?</vt:lpstr>
      <vt:lpstr>From Bits to Qubits</vt:lpstr>
      <vt:lpstr>Building Blocks of Quantum Algorithms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Quantum Algorithms</dc:title>
  <dc:subject/>
  <dc:creator/>
  <cp:keywords/>
  <dc:description>generated using python-pptx</dc:description>
  <cp:lastModifiedBy>Rajarajan G</cp:lastModifiedBy>
  <cp:revision>4</cp:revision>
  <dcterms:created xsi:type="dcterms:W3CDTF">2013-01-27T09:14:16Z</dcterms:created>
  <dcterms:modified xsi:type="dcterms:W3CDTF">2026-07-26T08:40:30Z</dcterms:modified>
  <cp:category/>
</cp:coreProperties>
</file>